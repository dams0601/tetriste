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674" r:id="rId3"/>
  </p:sldMasterIdLst>
  <p:notesMasterIdLst>
    <p:notesMasterId r:id="rId33"/>
  </p:notesMasterIdLst>
  <p:sldIdLst>
    <p:sldId id="256" r:id="rId4"/>
    <p:sldId id="257" r:id="rId5"/>
    <p:sldId id="258" r:id="rId6"/>
    <p:sldId id="259" r:id="rId7"/>
    <p:sldId id="260" r:id="rId8"/>
    <p:sldId id="261" r:id="rId9"/>
    <p:sldId id="262" r:id="rId10"/>
    <p:sldId id="263" r:id="rId11"/>
    <p:sldId id="264" r:id="rId12"/>
    <p:sldId id="265" r:id="rId13"/>
    <p:sldId id="266" r:id="rId14"/>
    <p:sldId id="281" r:id="rId15"/>
    <p:sldId id="282" r:id="rId16"/>
    <p:sldId id="283" r:id="rId17"/>
    <p:sldId id="268" r:id="rId18"/>
    <p:sldId id="269" r:id="rId19"/>
    <p:sldId id="270" r:id="rId20"/>
    <p:sldId id="284" r:id="rId21"/>
    <p:sldId id="285" r:id="rId22"/>
    <p:sldId id="271" r:id="rId23"/>
    <p:sldId id="272" r:id="rId24"/>
    <p:sldId id="273" r:id="rId25"/>
    <p:sldId id="274" r:id="rId26"/>
    <p:sldId id="275" r:id="rId27"/>
    <p:sldId id="276" r:id="rId28"/>
    <p:sldId id="277" r:id="rId29"/>
    <p:sldId id="278" r:id="rId30"/>
    <p:sldId id="279" r:id="rId31"/>
    <p:sldId id="280" r:id="rId32"/>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703"/>
    <p:restoredTop sz="94607"/>
  </p:normalViewPr>
  <p:slideViewPr>
    <p:cSldViewPr snapToGrid="0">
      <p:cViewPr varScale="1">
        <p:scale>
          <a:sx n="104" d="100"/>
          <a:sy n="104" d="100"/>
        </p:scale>
        <p:origin x="1062"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21" Type="http://schemas.openxmlformats.org/officeDocument/2006/relationships/slide" Target="slides/slide18.xml"/><Relationship Id="rId34" Type="http://schemas.openxmlformats.org/officeDocument/2006/relationships/presProps" Target="pres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viewProps" Target="viewProps.xml"/><Relationship Id="rId8" Type="http://schemas.openxmlformats.org/officeDocument/2006/relationships/slide" Target="slides/slide5.xml"/><Relationship Id="rId3" Type="http://schemas.openxmlformats.org/officeDocument/2006/relationships/slideMaster" Target="slideMasters/slideMaster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6F3945C-FE0F-7840-922D-021CCE1BACE7}" type="doc">
      <dgm:prSet loTypeId="urn:microsoft.com/office/officeart/2005/8/layout/orgChart1" loCatId="" qsTypeId="urn:microsoft.com/office/officeart/2005/8/quickstyle/simple1" qsCatId="simple" csTypeId="urn:microsoft.com/office/officeart/2005/8/colors/accent1_2" csCatId="accent1" phldr="1"/>
      <dgm:spPr/>
      <dgm:t>
        <a:bodyPr/>
        <a:lstStyle/>
        <a:p>
          <a:endParaRPr lang="fr-FR"/>
        </a:p>
      </dgm:t>
    </dgm:pt>
    <dgm:pt modelId="{A168D0CE-5EE1-DB4B-8D79-7E8060AA8284}">
      <dgm:prSet phldrT="[Texte]" custT="1"/>
      <dgm:spPr/>
      <dgm:t>
        <a:bodyPr/>
        <a:lstStyle/>
        <a:p>
          <a:r>
            <a:rPr lang="fr-FR" sz="2800" dirty="0"/>
            <a:t>Début</a:t>
          </a:r>
          <a:endParaRPr lang="fr-FR" sz="4800" dirty="0"/>
        </a:p>
      </dgm:t>
    </dgm:pt>
    <dgm:pt modelId="{A58132B4-65DF-834D-BBBA-2C027E9936FD}" type="parTrans" cxnId="{8CE7DEF6-2784-6040-AE48-BD422BA56EC2}">
      <dgm:prSet/>
      <dgm:spPr/>
      <dgm:t>
        <a:bodyPr/>
        <a:lstStyle/>
        <a:p>
          <a:endParaRPr lang="fr-FR"/>
        </a:p>
      </dgm:t>
    </dgm:pt>
    <dgm:pt modelId="{0502C254-AF4B-DA47-AABD-733E62614D54}" type="sibTrans" cxnId="{8CE7DEF6-2784-6040-AE48-BD422BA56EC2}">
      <dgm:prSet/>
      <dgm:spPr/>
      <dgm:t>
        <a:bodyPr/>
        <a:lstStyle/>
        <a:p>
          <a:endParaRPr lang="fr-FR"/>
        </a:p>
      </dgm:t>
    </dgm:pt>
    <dgm:pt modelId="{7C19DD1F-19C0-7141-A85A-FB6E7607349E}">
      <dgm:prSet phldrT="[Texte]"/>
      <dgm:spPr/>
      <dgm:t>
        <a:bodyPr/>
        <a:lstStyle/>
        <a:p>
          <a:r>
            <a:rPr lang="fr-FR" dirty="0"/>
            <a:t>Démarrer une nouvelle partie</a:t>
          </a:r>
        </a:p>
      </dgm:t>
    </dgm:pt>
    <dgm:pt modelId="{29BF8E5D-82C4-7649-B477-947D744C4BD1}" type="parTrans" cxnId="{6D37F2C8-9372-C24E-B27F-8B4A9DD420A3}">
      <dgm:prSet/>
      <dgm:spPr/>
      <dgm:t>
        <a:bodyPr/>
        <a:lstStyle/>
        <a:p>
          <a:endParaRPr lang="fr-FR"/>
        </a:p>
      </dgm:t>
    </dgm:pt>
    <dgm:pt modelId="{BEBA572F-0DD1-D847-8DC7-F6F5A4F312A5}" type="sibTrans" cxnId="{6D37F2C8-9372-C24E-B27F-8B4A9DD420A3}">
      <dgm:prSet/>
      <dgm:spPr/>
      <dgm:t>
        <a:bodyPr/>
        <a:lstStyle/>
        <a:p>
          <a:endParaRPr lang="fr-FR"/>
        </a:p>
      </dgm:t>
    </dgm:pt>
    <dgm:pt modelId="{248A084E-A6EC-9747-BBB6-EC1F597C8DDA}">
      <dgm:prSet phldrT="[Texte]"/>
      <dgm:spPr/>
      <dgm:t>
        <a:bodyPr/>
        <a:lstStyle/>
        <a:p>
          <a:r>
            <a:rPr lang="fr-FR" dirty="0"/>
            <a:t>Charger la partie précédente</a:t>
          </a:r>
        </a:p>
      </dgm:t>
    </dgm:pt>
    <dgm:pt modelId="{1E1F4A49-82A8-7840-848E-859D054355F6}" type="parTrans" cxnId="{021F0555-8EEF-0D4A-8718-8D35EEA55AE4}">
      <dgm:prSet/>
      <dgm:spPr/>
      <dgm:t>
        <a:bodyPr/>
        <a:lstStyle/>
        <a:p>
          <a:endParaRPr lang="fr-FR"/>
        </a:p>
      </dgm:t>
    </dgm:pt>
    <dgm:pt modelId="{94019DA8-7A17-6045-A486-ABA000175B69}" type="sibTrans" cxnId="{021F0555-8EEF-0D4A-8718-8D35EEA55AE4}">
      <dgm:prSet/>
      <dgm:spPr/>
      <dgm:t>
        <a:bodyPr/>
        <a:lstStyle/>
        <a:p>
          <a:endParaRPr lang="fr-FR"/>
        </a:p>
      </dgm:t>
    </dgm:pt>
    <dgm:pt modelId="{AF47FD52-0CDE-D34D-9B26-69B8289D4328}">
      <dgm:prSet phldrT="[Texte]"/>
      <dgm:spPr/>
      <dgm:t>
        <a:bodyPr/>
        <a:lstStyle/>
        <a:p>
          <a:r>
            <a:rPr lang="fr-FR" dirty="0"/>
            <a:t>Consulter le classement</a:t>
          </a:r>
        </a:p>
      </dgm:t>
    </dgm:pt>
    <dgm:pt modelId="{C0BB76AF-8929-FF45-94E9-F8C6DF339326}" type="parTrans" cxnId="{EAF02C6D-C3C9-7249-9C48-6DBBA9F23A48}">
      <dgm:prSet/>
      <dgm:spPr/>
      <dgm:t>
        <a:bodyPr/>
        <a:lstStyle/>
        <a:p>
          <a:endParaRPr lang="fr-FR"/>
        </a:p>
      </dgm:t>
    </dgm:pt>
    <dgm:pt modelId="{4FEF2CA1-F076-764A-A5C9-07760E78D78F}" type="sibTrans" cxnId="{EAF02C6D-C3C9-7249-9C48-6DBBA9F23A48}">
      <dgm:prSet/>
      <dgm:spPr/>
      <dgm:t>
        <a:bodyPr/>
        <a:lstStyle/>
        <a:p>
          <a:endParaRPr lang="fr-FR"/>
        </a:p>
      </dgm:t>
    </dgm:pt>
    <dgm:pt modelId="{8398517C-1701-5040-96F4-E8FDB048D1BA}" type="pres">
      <dgm:prSet presAssocID="{B6F3945C-FE0F-7840-922D-021CCE1BACE7}" presName="hierChild1" presStyleCnt="0">
        <dgm:presLayoutVars>
          <dgm:orgChart val="1"/>
          <dgm:chPref val="1"/>
          <dgm:dir/>
          <dgm:animOne val="branch"/>
          <dgm:animLvl val="lvl"/>
          <dgm:resizeHandles/>
        </dgm:presLayoutVars>
      </dgm:prSet>
      <dgm:spPr/>
    </dgm:pt>
    <dgm:pt modelId="{01782141-168B-3B41-A1E7-C845C9AA38AD}" type="pres">
      <dgm:prSet presAssocID="{A168D0CE-5EE1-DB4B-8D79-7E8060AA8284}" presName="hierRoot1" presStyleCnt="0">
        <dgm:presLayoutVars>
          <dgm:hierBranch val="init"/>
        </dgm:presLayoutVars>
      </dgm:prSet>
      <dgm:spPr/>
    </dgm:pt>
    <dgm:pt modelId="{663D3897-9146-BB45-A967-AD81925759B8}" type="pres">
      <dgm:prSet presAssocID="{A168D0CE-5EE1-DB4B-8D79-7E8060AA8284}" presName="rootComposite1" presStyleCnt="0"/>
      <dgm:spPr/>
    </dgm:pt>
    <dgm:pt modelId="{C269CF87-41CC-3540-B18C-FACAB1158375}" type="pres">
      <dgm:prSet presAssocID="{A168D0CE-5EE1-DB4B-8D79-7E8060AA8284}" presName="rootText1" presStyleLbl="node0" presStyleIdx="0" presStyleCnt="1">
        <dgm:presLayoutVars>
          <dgm:chPref val="3"/>
        </dgm:presLayoutVars>
      </dgm:prSet>
      <dgm:spPr/>
    </dgm:pt>
    <dgm:pt modelId="{C74A0D31-7F25-ED4B-B641-8CCAC00FFACD}" type="pres">
      <dgm:prSet presAssocID="{A168D0CE-5EE1-DB4B-8D79-7E8060AA8284}" presName="rootConnector1" presStyleLbl="node1" presStyleIdx="0" presStyleCnt="0"/>
      <dgm:spPr/>
    </dgm:pt>
    <dgm:pt modelId="{6DEEC179-95F7-8040-96BC-16EC59C8D8EB}" type="pres">
      <dgm:prSet presAssocID="{A168D0CE-5EE1-DB4B-8D79-7E8060AA8284}" presName="hierChild2" presStyleCnt="0"/>
      <dgm:spPr/>
    </dgm:pt>
    <dgm:pt modelId="{4B7C6E84-FB80-BF4F-9126-9BB6AC5B276B}" type="pres">
      <dgm:prSet presAssocID="{29BF8E5D-82C4-7649-B477-947D744C4BD1}" presName="Name37" presStyleLbl="parChTrans1D2" presStyleIdx="0" presStyleCnt="3"/>
      <dgm:spPr/>
    </dgm:pt>
    <dgm:pt modelId="{43FFC1D4-BD73-8C49-9863-9C843B17A821}" type="pres">
      <dgm:prSet presAssocID="{7C19DD1F-19C0-7141-A85A-FB6E7607349E}" presName="hierRoot2" presStyleCnt="0">
        <dgm:presLayoutVars>
          <dgm:hierBranch val="init"/>
        </dgm:presLayoutVars>
      </dgm:prSet>
      <dgm:spPr/>
    </dgm:pt>
    <dgm:pt modelId="{2748B9EF-18FB-3E4C-A1A0-219964A2366D}" type="pres">
      <dgm:prSet presAssocID="{7C19DD1F-19C0-7141-A85A-FB6E7607349E}" presName="rootComposite" presStyleCnt="0"/>
      <dgm:spPr/>
    </dgm:pt>
    <dgm:pt modelId="{99C2FBBC-2072-B049-9179-073F5F3243FA}" type="pres">
      <dgm:prSet presAssocID="{7C19DD1F-19C0-7141-A85A-FB6E7607349E}" presName="rootText" presStyleLbl="node2" presStyleIdx="0" presStyleCnt="3">
        <dgm:presLayoutVars>
          <dgm:chPref val="3"/>
        </dgm:presLayoutVars>
      </dgm:prSet>
      <dgm:spPr/>
    </dgm:pt>
    <dgm:pt modelId="{0D63A51A-36CF-3948-82CC-9EC4868D03FB}" type="pres">
      <dgm:prSet presAssocID="{7C19DD1F-19C0-7141-A85A-FB6E7607349E}" presName="rootConnector" presStyleLbl="node2" presStyleIdx="0" presStyleCnt="3"/>
      <dgm:spPr/>
    </dgm:pt>
    <dgm:pt modelId="{398E3CE0-7985-4348-BB28-28AFD8B9C78A}" type="pres">
      <dgm:prSet presAssocID="{7C19DD1F-19C0-7141-A85A-FB6E7607349E}" presName="hierChild4" presStyleCnt="0"/>
      <dgm:spPr/>
    </dgm:pt>
    <dgm:pt modelId="{AA49D659-365E-2A40-9C3A-B03DD5B017B4}" type="pres">
      <dgm:prSet presAssocID="{7C19DD1F-19C0-7141-A85A-FB6E7607349E}" presName="hierChild5" presStyleCnt="0"/>
      <dgm:spPr/>
    </dgm:pt>
    <dgm:pt modelId="{D758968D-C4D1-FA43-84EA-ECF502747BEB}" type="pres">
      <dgm:prSet presAssocID="{1E1F4A49-82A8-7840-848E-859D054355F6}" presName="Name37" presStyleLbl="parChTrans1D2" presStyleIdx="1" presStyleCnt="3"/>
      <dgm:spPr/>
    </dgm:pt>
    <dgm:pt modelId="{966EFCE0-9A32-8C47-AA4E-D3CAC771A4C4}" type="pres">
      <dgm:prSet presAssocID="{248A084E-A6EC-9747-BBB6-EC1F597C8DDA}" presName="hierRoot2" presStyleCnt="0">
        <dgm:presLayoutVars>
          <dgm:hierBranch val="init"/>
        </dgm:presLayoutVars>
      </dgm:prSet>
      <dgm:spPr/>
    </dgm:pt>
    <dgm:pt modelId="{9E3295D7-FEF4-D848-896A-62A07586DDAB}" type="pres">
      <dgm:prSet presAssocID="{248A084E-A6EC-9747-BBB6-EC1F597C8DDA}" presName="rootComposite" presStyleCnt="0"/>
      <dgm:spPr/>
    </dgm:pt>
    <dgm:pt modelId="{B6E0ACA8-3C52-FD42-A903-2FEE88AF28F0}" type="pres">
      <dgm:prSet presAssocID="{248A084E-A6EC-9747-BBB6-EC1F597C8DDA}" presName="rootText" presStyleLbl="node2" presStyleIdx="1" presStyleCnt="3">
        <dgm:presLayoutVars>
          <dgm:chPref val="3"/>
        </dgm:presLayoutVars>
      </dgm:prSet>
      <dgm:spPr/>
    </dgm:pt>
    <dgm:pt modelId="{C7967B5F-A81A-6C4E-9A5E-C321F187E946}" type="pres">
      <dgm:prSet presAssocID="{248A084E-A6EC-9747-BBB6-EC1F597C8DDA}" presName="rootConnector" presStyleLbl="node2" presStyleIdx="1" presStyleCnt="3"/>
      <dgm:spPr/>
    </dgm:pt>
    <dgm:pt modelId="{D4B526F5-C5FC-564D-8EF8-6B3A844FD1A3}" type="pres">
      <dgm:prSet presAssocID="{248A084E-A6EC-9747-BBB6-EC1F597C8DDA}" presName="hierChild4" presStyleCnt="0"/>
      <dgm:spPr/>
    </dgm:pt>
    <dgm:pt modelId="{B87FCE6A-E4EC-9D49-8FF5-F205E7FF863B}" type="pres">
      <dgm:prSet presAssocID="{248A084E-A6EC-9747-BBB6-EC1F597C8DDA}" presName="hierChild5" presStyleCnt="0"/>
      <dgm:spPr/>
    </dgm:pt>
    <dgm:pt modelId="{29E28312-E658-1D4C-9ED8-537C6FE053E5}" type="pres">
      <dgm:prSet presAssocID="{C0BB76AF-8929-FF45-94E9-F8C6DF339326}" presName="Name37" presStyleLbl="parChTrans1D2" presStyleIdx="2" presStyleCnt="3"/>
      <dgm:spPr/>
    </dgm:pt>
    <dgm:pt modelId="{58A8E76A-EA36-4F45-AD49-89295EC4BA90}" type="pres">
      <dgm:prSet presAssocID="{AF47FD52-0CDE-D34D-9B26-69B8289D4328}" presName="hierRoot2" presStyleCnt="0">
        <dgm:presLayoutVars>
          <dgm:hierBranch val="init"/>
        </dgm:presLayoutVars>
      </dgm:prSet>
      <dgm:spPr/>
    </dgm:pt>
    <dgm:pt modelId="{B6F59133-F270-2642-94F6-37C7AC9B98CB}" type="pres">
      <dgm:prSet presAssocID="{AF47FD52-0CDE-D34D-9B26-69B8289D4328}" presName="rootComposite" presStyleCnt="0"/>
      <dgm:spPr/>
    </dgm:pt>
    <dgm:pt modelId="{953335DF-DF2F-0D4D-8A30-DA6655225248}" type="pres">
      <dgm:prSet presAssocID="{AF47FD52-0CDE-D34D-9B26-69B8289D4328}" presName="rootText" presStyleLbl="node2" presStyleIdx="2" presStyleCnt="3">
        <dgm:presLayoutVars>
          <dgm:chPref val="3"/>
        </dgm:presLayoutVars>
      </dgm:prSet>
      <dgm:spPr/>
    </dgm:pt>
    <dgm:pt modelId="{44F3381B-89E0-4A41-B3A9-9DFFE12F0147}" type="pres">
      <dgm:prSet presAssocID="{AF47FD52-0CDE-D34D-9B26-69B8289D4328}" presName="rootConnector" presStyleLbl="node2" presStyleIdx="2" presStyleCnt="3"/>
      <dgm:spPr/>
    </dgm:pt>
    <dgm:pt modelId="{63887689-97D0-4A46-8889-BEA5A7E1A52E}" type="pres">
      <dgm:prSet presAssocID="{AF47FD52-0CDE-D34D-9B26-69B8289D4328}" presName="hierChild4" presStyleCnt="0"/>
      <dgm:spPr/>
    </dgm:pt>
    <dgm:pt modelId="{AE5ECCEB-DE9A-F643-985B-461DDFCC90EB}" type="pres">
      <dgm:prSet presAssocID="{AF47FD52-0CDE-D34D-9B26-69B8289D4328}" presName="hierChild5" presStyleCnt="0"/>
      <dgm:spPr/>
    </dgm:pt>
    <dgm:pt modelId="{877E42C9-F140-6144-8685-C344497F7209}" type="pres">
      <dgm:prSet presAssocID="{A168D0CE-5EE1-DB4B-8D79-7E8060AA8284}" presName="hierChild3" presStyleCnt="0"/>
      <dgm:spPr/>
    </dgm:pt>
  </dgm:ptLst>
  <dgm:cxnLst>
    <dgm:cxn modelId="{AB92A539-417C-8948-9A29-64D27BF9468F}" type="presOf" srcId="{248A084E-A6EC-9747-BBB6-EC1F597C8DDA}" destId="{B6E0ACA8-3C52-FD42-A903-2FEE88AF28F0}" srcOrd="0" destOrd="0" presId="urn:microsoft.com/office/officeart/2005/8/layout/orgChart1"/>
    <dgm:cxn modelId="{E79BFC3E-2F93-7649-A4D1-55A8A2DA374C}" type="presOf" srcId="{AF47FD52-0CDE-D34D-9B26-69B8289D4328}" destId="{44F3381B-89E0-4A41-B3A9-9DFFE12F0147}" srcOrd="1" destOrd="0" presId="urn:microsoft.com/office/officeart/2005/8/layout/orgChart1"/>
    <dgm:cxn modelId="{DADE6060-4E37-0944-A4F3-E487677ECE1D}" type="presOf" srcId="{29BF8E5D-82C4-7649-B477-947D744C4BD1}" destId="{4B7C6E84-FB80-BF4F-9126-9BB6AC5B276B}" srcOrd="0" destOrd="0" presId="urn:microsoft.com/office/officeart/2005/8/layout/orgChart1"/>
    <dgm:cxn modelId="{FDF6BC69-7CDD-CC4C-A7E5-B28AB0200A14}" type="presOf" srcId="{A168D0CE-5EE1-DB4B-8D79-7E8060AA8284}" destId="{C269CF87-41CC-3540-B18C-FACAB1158375}" srcOrd="0" destOrd="0" presId="urn:microsoft.com/office/officeart/2005/8/layout/orgChart1"/>
    <dgm:cxn modelId="{EAF02C6D-C3C9-7249-9C48-6DBBA9F23A48}" srcId="{A168D0CE-5EE1-DB4B-8D79-7E8060AA8284}" destId="{AF47FD52-0CDE-D34D-9B26-69B8289D4328}" srcOrd="2" destOrd="0" parTransId="{C0BB76AF-8929-FF45-94E9-F8C6DF339326}" sibTransId="{4FEF2CA1-F076-764A-A5C9-07760E78D78F}"/>
    <dgm:cxn modelId="{44D9224E-9C72-6A47-8C33-1E5166D13FD0}" type="presOf" srcId="{A168D0CE-5EE1-DB4B-8D79-7E8060AA8284}" destId="{C74A0D31-7F25-ED4B-B641-8CCAC00FFACD}" srcOrd="1" destOrd="0" presId="urn:microsoft.com/office/officeart/2005/8/layout/orgChart1"/>
    <dgm:cxn modelId="{021F0555-8EEF-0D4A-8718-8D35EEA55AE4}" srcId="{A168D0CE-5EE1-DB4B-8D79-7E8060AA8284}" destId="{248A084E-A6EC-9747-BBB6-EC1F597C8DDA}" srcOrd="1" destOrd="0" parTransId="{1E1F4A49-82A8-7840-848E-859D054355F6}" sibTransId="{94019DA8-7A17-6045-A486-ABA000175B69}"/>
    <dgm:cxn modelId="{F5FC1C85-59C0-6D4E-8EB7-06EFA193010F}" type="presOf" srcId="{248A084E-A6EC-9747-BBB6-EC1F597C8DDA}" destId="{C7967B5F-A81A-6C4E-9A5E-C321F187E946}" srcOrd="1" destOrd="0" presId="urn:microsoft.com/office/officeart/2005/8/layout/orgChart1"/>
    <dgm:cxn modelId="{2AB2468C-8491-5147-AE6E-697B6EF139A9}" type="presOf" srcId="{B6F3945C-FE0F-7840-922D-021CCE1BACE7}" destId="{8398517C-1701-5040-96F4-E8FDB048D1BA}" srcOrd="0" destOrd="0" presId="urn:microsoft.com/office/officeart/2005/8/layout/orgChart1"/>
    <dgm:cxn modelId="{A576E9B1-F8F9-0A4F-8DBB-F0C3F40CAF1C}" type="presOf" srcId="{1E1F4A49-82A8-7840-848E-859D054355F6}" destId="{D758968D-C4D1-FA43-84EA-ECF502747BEB}" srcOrd="0" destOrd="0" presId="urn:microsoft.com/office/officeart/2005/8/layout/orgChart1"/>
    <dgm:cxn modelId="{0184A6BA-E693-C64A-A81D-DC1FFD4950B0}" type="presOf" srcId="{AF47FD52-0CDE-D34D-9B26-69B8289D4328}" destId="{953335DF-DF2F-0D4D-8A30-DA6655225248}" srcOrd="0" destOrd="0" presId="urn:microsoft.com/office/officeart/2005/8/layout/orgChart1"/>
    <dgm:cxn modelId="{6D37F2C8-9372-C24E-B27F-8B4A9DD420A3}" srcId="{A168D0CE-5EE1-DB4B-8D79-7E8060AA8284}" destId="{7C19DD1F-19C0-7141-A85A-FB6E7607349E}" srcOrd="0" destOrd="0" parTransId="{29BF8E5D-82C4-7649-B477-947D744C4BD1}" sibTransId="{BEBA572F-0DD1-D847-8DC7-F6F5A4F312A5}"/>
    <dgm:cxn modelId="{0A615DC9-57FD-B640-BB46-7347814E6EF0}" type="presOf" srcId="{C0BB76AF-8929-FF45-94E9-F8C6DF339326}" destId="{29E28312-E658-1D4C-9ED8-537C6FE053E5}" srcOrd="0" destOrd="0" presId="urn:microsoft.com/office/officeart/2005/8/layout/orgChart1"/>
    <dgm:cxn modelId="{8CE7DEF6-2784-6040-AE48-BD422BA56EC2}" srcId="{B6F3945C-FE0F-7840-922D-021CCE1BACE7}" destId="{A168D0CE-5EE1-DB4B-8D79-7E8060AA8284}" srcOrd="0" destOrd="0" parTransId="{A58132B4-65DF-834D-BBBA-2C027E9936FD}" sibTransId="{0502C254-AF4B-DA47-AABD-733E62614D54}"/>
    <dgm:cxn modelId="{951593F7-5D09-1B4E-AB0F-C8A41E7347EB}" type="presOf" srcId="{7C19DD1F-19C0-7141-A85A-FB6E7607349E}" destId="{99C2FBBC-2072-B049-9179-073F5F3243FA}" srcOrd="0" destOrd="0" presId="urn:microsoft.com/office/officeart/2005/8/layout/orgChart1"/>
    <dgm:cxn modelId="{C11F66FB-1EBA-7D4F-87E6-7E47C6C28E99}" type="presOf" srcId="{7C19DD1F-19C0-7141-A85A-FB6E7607349E}" destId="{0D63A51A-36CF-3948-82CC-9EC4868D03FB}" srcOrd="1" destOrd="0" presId="urn:microsoft.com/office/officeart/2005/8/layout/orgChart1"/>
    <dgm:cxn modelId="{5EE6497C-C2FA-AC48-B1AB-748EAC25E70E}" type="presParOf" srcId="{8398517C-1701-5040-96F4-E8FDB048D1BA}" destId="{01782141-168B-3B41-A1E7-C845C9AA38AD}" srcOrd="0" destOrd="0" presId="urn:microsoft.com/office/officeart/2005/8/layout/orgChart1"/>
    <dgm:cxn modelId="{6A98AED0-81AA-394C-A21A-2991501B484B}" type="presParOf" srcId="{01782141-168B-3B41-A1E7-C845C9AA38AD}" destId="{663D3897-9146-BB45-A967-AD81925759B8}" srcOrd="0" destOrd="0" presId="urn:microsoft.com/office/officeart/2005/8/layout/orgChart1"/>
    <dgm:cxn modelId="{220B3A22-A966-604F-9F72-FEAD554F9877}" type="presParOf" srcId="{663D3897-9146-BB45-A967-AD81925759B8}" destId="{C269CF87-41CC-3540-B18C-FACAB1158375}" srcOrd="0" destOrd="0" presId="urn:microsoft.com/office/officeart/2005/8/layout/orgChart1"/>
    <dgm:cxn modelId="{A52A5954-7CF4-4F48-B66C-D56313D164CC}" type="presParOf" srcId="{663D3897-9146-BB45-A967-AD81925759B8}" destId="{C74A0D31-7F25-ED4B-B641-8CCAC00FFACD}" srcOrd="1" destOrd="0" presId="urn:microsoft.com/office/officeart/2005/8/layout/orgChart1"/>
    <dgm:cxn modelId="{53D5D47B-9D4A-5841-B849-4C3944B29420}" type="presParOf" srcId="{01782141-168B-3B41-A1E7-C845C9AA38AD}" destId="{6DEEC179-95F7-8040-96BC-16EC59C8D8EB}" srcOrd="1" destOrd="0" presId="urn:microsoft.com/office/officeart/2005/8/layout/orgChart1"/>
    <dgm:cxn modelId="{999F1E27-C1F9-2D48-95F2-C996FD5EDAF9}" type="presParOf" srcId="{6DEEC179-95F7-8040-96BC-16EC59C8D8EB}" destId="{4B7C6E84-FB80-BF4F-9126-9BB6AC5B276B}" srcOrd="0" destOrd="0" presId="urn:microsoft.com/office/officeart/2005/8/layout/orgChart1"/>
    <dgm:cxn modelId="{CEE0DAEF-CB64-DC4A-8C6C-6C3A3F6277A5}" type="presParOf" srcId="{6DEEC179-95F7-8040-96BC-16EC59C8D8EB}" destId="{43FFC1D4-BD73-8C49-9863-9C843B17A821}" srcOrd="1" destOrd="0" presId="urn:microsoft.com/office/officeart/2005/8/layout/orgChart1"/>
    <dgm:cxn modelId="{8939CCFB-E4A5-0440-AB06-26D205EF79D5}" type="presParOf" srcId="{43FFC1D4-BD73-8C49-9863-9C843B17A821}" destId="{2748B9EF-18FB-3E4C-A1A0-219964A2366D}" srcOrd="0" destOrd="0" presId="urn:microsoft.com/office/officeart/2005/8/layout/orgChart1"/>
    <dgm:cxn modelId="{D41D65D9-329D-7845-AE93-AC8E5C86A633}" type="presParOf" srcId="{2748B9EF-18FB-3E4C-A1A0-219964A2366D}" destId="{99C2FBBC-2072-B049-9179-073F5F3243FA}" srcOrd="0" destOrd="0" presId="urn:microsoft.com/office/officeart/2005/8/layout/orgChart1"/>
    <dgm:cxn modelId="{001B6220-031A-844B-9EC7-8669D9AA381A}" type="presParOf" srcId="{2748B9EF-18FB-3E4C-A1A0-219964A2366D}" destId="{0D63A51A-36CF-3948-82CC-9EC4868D03FB}" srcOrd="1" destOrd="0" presId="urn:microsoft.com/office/officeart/2005/8/layout/orgChart1"/>
    <dgm:cxn modelId="{335AF223-BC3D-3940-B2D3-6210D1C908ED}" type="presParOf" srcId="{43FFC1D4-BD73-8C49-9863-9C843B17A821}" destId="{398E3CE0-7985-4348-BB28-28AFD8B9C78A}" srcOrd="1" destOrd="0" presId="urn:microsoft.com/office/officeart/2005/8/layout/orgChart1"/>
    <dgm:cxn modelId="{C0A4A226-5CB6-AE4A-B4C2-73B3EDD17BC5}" type="presParOf" srcId="{43FFC1D4-BD73-8C49-9863-9C843B17A821}" destId="{AA49D659-365E-2A40-9C3A-B03DD5B017B4}" srcOrd="2" destOrd="0" presId="urn:microsoft.com/office/officeart/2005/8/layout/orgChart1"/>
    <dgm:cxn modelId="{BBA936AB-0A9A-6841-A84E-1E5763A98E61}" type="presParOf" srcId="{6DEEC179-95F7-8040-96BC-16EC59C8D8EB}" destId="{D758968D-C4D1-FA43-84EA-ECF502747BEB}" srcOrd="2" destOrd="0" presId="urn:microsoft.com/office/officeart/2005/8/layout/orgChart1"/>
    <dgm:cxn modelId="{86F18B6D-397E-D949-8614-CEBAAB6FD865}" type="presParOf" srcId="{6DEEC179-95F7-8040-96BC-16EC59C8D8EB}" destId="{966EFCE0-9A32-8C47-AA4E-D3CAC771A4C4}" srcOrd="3" destOrd="0" presId="urn:microsoft.com/office/officeart/2005/8/layout/orgChart1"/>
    <dgm:cxn modelId="{1E0AF95E-F342-0C46-8ED7-8F2FB5CAAD08}" type="presParOf" srcId="{966EFCE0-9A32-8C47-AA4E-D3CAC771A4C4}" destId="{9E3295D7-FEF4-D848-896A-62A07586DDAB}" srcOrd="0" destOrd="0" presId="urn:microsoft.com/office/officeart/2005/8/layout/orgChart1"/>
    <dgm:cxn modelId="{E9142280-FF22-544E-B090-B0CDAA0CB107}" type="presParOf" srcId="{9E3295D7-FEF4-D848-896A-62A07586DDAB}" destId="{B6E0ACA8-3C52-FD42-A903-2FEE88AF28F0}" srcOrd="0" destOrd="0" presId="urn:microsoft.com/office/officeart/2005/8/layout/orgChart1"/>
    <dgm:cxn modelId="{79A52F6D-75D5-2E49-A904-E8A3EB5FC681}" type="presParOf" srcId="{9E3295D7-FEF4-D848-896A-62A07586DDAB}" destId="{C7967B5F-A81A-6C4E-9A5E-C321F187E946}" srcOrd="1" destOrd="0" presId="urn:microsoft.com/office/officeart/2005/8/layout/orgChart1"/>
    <dgm:cxn modelId="{30890CFC-36E0-274D-AA28-9F70F47C2BE7}" type="presParOf" srcId="{966EFCE0-9A32-8C47-AA4E-D3CAC771A4C4}" destId="{D4B526F5-C5FC-564D-8EF8-6B3A844FD1A3}" srcOrd="1" destOrd="0" presId="urn:microsoft.com/office/officeart/2005/8/layout/orgChart1"/>
    <dgm:cxn modelId="{19EEC267-FB60-434B-8F5D-F7B0A628561F}" type="presParOf" srcId="{966EFCE0-9A32-8C47-AA4E-D3CAC771A4C4}" destId="{B87FCE6A-E4EC-9D49-8FF5-F205E7FF863B}" srcOrd="2" destOrd="0" presId="urn:microsoft.com/office/officeart/2005/8/layout/orgChart1"/>
    <dgm:cxn modelId="{FD1A30BA-C65E-5742-A083-B999EFEF13F2}" type="presParOf" srcId="{6DEEC179-95F7-8040-96BC-16EC59C8D8EB}" destId="{29E28312-E658-1D4C-9ED8-537C6FE053E5}" srcOrd="4" destOrd="0" presId="urn:microsoft.com/office/officeart/2005/8/layout/orgChart1"/>
    <dgm:cxn modelId="{2D66C9EF-05BC-2047-A08B-8A8C3370D788}" type="presParOf" srcId="{6DEEC179-95F7-8040-96BC-16EC59C8D8EB}" destId="{58A8E76A-EA36-4F45-AD49-89295EC4BA90}" srcOrd="5" destOrd="0" presId="urn:microsoft.com/office/officeart/2005/8/layout/orgChart1"/>
    <dgm:cxn modelId="{2BE77817-A441-9143-ABA4-1BD8AF943418}" type="presParOf" srcId="{58A8E76A-EA36-4F45-AD49-89295EC4BA90}" destId="{B6F59133-F270-2642-94F6-37C7AC9B98CB}" srcOrd="0" destOrd="0" presId="urn:microsoft.com/office/officeart/2005/8/layout/orgChart1"/>
    <dgm:cxn modelId="{788CC299-54B2-C94D-BE81-26321BED113F}" type="presParOf" srcId="{B6F59133-F270-2642-94F6-37C7AC9B98CB}" destId="{953335DF-DF2F-0D4D-8A30-DA6655225248}" srcOrd="0" destOrd="0" presId="urn:microsoft.com/office/officeart/2005/8/layout/orgChart1"/>
    <dgm:cxn modelId="{635450D7-9767-9D49-A508-5EDB28F39E35}" type="presParOf" srcId="{B6F59133-F270-2642-94F6-37C7AC9B98CB}" destId="{44F3381B-89E0-4A41-B3A9-9DFFE12F0147}" srcOrd="1" destOrd="0" presId="urn:microsoft.com/office/officeart/2005/8/layout/orgChart1"/>
    <dgm:cxn modelId="{994683AD-854B-D84E-9870-86E9A1810777}" type="presParOf" srcId="{58A8E76A-EA36-4F45-AD49-89295EC4BA90}" destId="{63887689-97D0-4A46-8889-BEA5A7E1A52E}" srcOrd="1" destOrd="0" presId="urn:microsoft.com/office/officeart/2005/8/layout/orgChart1"/>
    <dgm:cxn modelId="{86F43477-88AF-FD48-8425-4C9C20515B2A}" type="presParOf" srcId="{58A8E76A-EA36-4F45-AD49-89295EC4BA90}" destId="{AE5ECCEB-DE9A-F643-985B-461DDFCC90EB}" srcOrd="2" destOrd="0" presId="urn:microsoft.com/office/officeart/2005/8/layout/orgChart1"/>
    <dgm:cxn modelId="{3586321B-6FA0-F84D-8F1E-8A190CE957D5}" type="presParOf" srcId="{01782141-168B-3B41-A1E7-C845C9AA38AD}" destId="{877E42C9-F140-6144-8685-C344497F7209}"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1ADA025-EB17-1B49-9233-2E32E416A500}" type="doc">
      <dgm:prSet loTypeId="urn:microsoft.com/office/officeart/2005/8/layout/hierarchy6" loCatId="" qsTypeId="urn:microsoft.com/office/officeart/2005/8/quickstyle/simple1" qsCatId="simple" csTypeId="urn:microsoft.com/office/officeart/2005/8/colors/accent1_2" csCatId="accent1" phldr="1"/>
      <dgm:spPr/>
      <dgm:t>
        <a:bodyPr/>
        <a:lstStyle/>
        <a:p>
          <a:endParaRPr lang="fr-FR"/>
        </a:p>
      </dgm:t>
    </dgm:pt>
    <dgm:pt modelId="{98E31D78-7DC6-0644-8D7F-F86A86899725}">
      <dgm:prSet phldrT="[Texte]" custT="1"/>
      <dgm:spPr/>
      <dgm:t>
        <a:bodyPr/>
        <a:lstStyle/>
        <a:p>
          <a:r>
            <a:rPr lang="fr-FR" sz="1600" dirty="0" err="1"/>
            <a:t>Arret</a:t>
          </a:r>
          <a:r>
            <a:rPr lang="fr-FR" sz="1600" dirty="0"/>
            <a:t> de la partie</a:t>
          </a:r>
        </a:p>
      </dgm:t>
    </dgm:pt>
    <dgm:pt modelId="{706FDB1A-A5ED-324C-B4BA-156601A8DA90}" type="parTrans" cxnId="{EB9460B7-60F5-E142-9581-4F2266108C57}">
      <dgm:prSet/>
      <dgm:spPr/>
      <dgm:t>
        <a:bodyPr/>
        <a:lstStyle/>
        <a:p>
          <a:endParaRPr lang="fr-FR"/>
        </a:p>
      </dgm:t>
    </dgm:pt>
    <dgm:pt modelId="{482D92D7-99F7-DD46-9850-3C35C5D524A8}" type="sibTrans" cxnId="{EB9460B7-60F5-E142-9581-4F2266108C57}">
      <dgm:prSet/>
      <dgm:spPr/>
      <dgm:t>
        <a:bodyPr/>
        <a:lstStyle/>
        <a:p>
          <a:endParaRPr lang="fr-FR"/>
        </a:p>
      </dgm:t>
    </dgm:pt>
    <dgm:pt modelId="{45D404F9-8E0B-AC4A-A990-69B3E57FB148}">
      <dgm:prSet phldrT="[Texte]" custT="1"/>
      <dgm:spPr/>
      <dgm:t>
        <a:bodyPr/>
        <a:lstStyle/>
        <a:p>
          <a:r>
            <a:rPr lang="fr-FR" sz="1600" dirty="0"/>
            <a:t>Joueur déjà présent</a:t>
          </a:r>
        </a:p>
      </dgm:t>
    </dgm:pt>
    <dgm:pt modelId="{4167B4EA-4EF2-014D-B90A-3BD4CAD455CF}" type="parTrans" cxnId="{49ABF06F-F6CF-4845-8F3B-37E07533B244}">
      <dgm:prSet/>
      <dgm:spPr/>
      <dgm:t>
        <a:bodyPr/>
        <a:lstStyle/>
        <a:p>
          <a:endParaRPr lang="fr-FR"/>
        </a:p>
      </dgm:t>
    </dgm:pt>
    <dgm:pt modelId="{AED1FA53-C0D2-5F49-903B-6A7EB8EF83DB}" type="sibTrans" cxnId="{49ABF06F-F6CF-4845-8F3B-37E07533B244}">
      <dgm:prSet/>
      <dgm:spPr/>
      <dgm:t>
        <a:bodyPr/>
        <a:lstStyle/>
        <a:p>
          <a:endParaRPr lang="fr-FR"/>
        </a:p>
      </dgm:t>
    </dgm:pt>
    <dgm:pt modelId="{B983D80B-5C85-BA45-B36C-428EEE9FFD64}">
      <dgm:prSet phldrT="[Texte]" custT="1"/>
      <dgm:spPr/>
      <dgm:t>
        <a:bodyPr/>
        <a:lstStyle/>
        <a:p>
          <a:r>
            <a:rPr lang="fr-FR" sz="1600" dirty="0"/>
            <a:t>Joueur absent</a:t>
          </a:r>
        </a:p>
      </dgm:t>
    </dgm:pt>
    <dgm:pt modelId="{EDA2CC1B-21FA-4443-AD0E-DFE04AC380AC}" type="parTrans" cxnId="{72673934-9EFE-A04C-9BD0-DD35D9783E13}">
      <dgm:prSet/>
      <dgm:spPr/>
      <dgm:t>
        <a:bodyPr/>
        <a:lstStyle/>
        <a:p>
          <a:endParaRPr lang="fr-FR"/>
        </a:p>
      </dgm:t>
    </dgm:pt>
    <dgm:pt modelId="{E280AED4-7A03-C942-B3BF-88D097BD2848}" type="sibTrans" cxnId="{72673934-9EFE-A04C-9BD0-DD35D9783E13}">
      <dgm:prSet/>
      <dgm:spPr/>
      <dgm:t>
        <a:bodyPr/>
        <a:lstStyle/>
        <a:p>
          <a:endParaRPr lang="fr-FR"/>
        </a:p>
      </dgm:t>
    </dgm:pt>
    <dgm:pt modelId="{A6419F4A-C07A-DF43-8C98-1766CBBAE160}">
      <dgm:prSet phldrT="[Texte]" custT="1"/>
      <dgm:spPr/>
      <dgm:t>
        <a:bodyPr/>
        <a:lstStyle/>
        <a:p>
          <a:r>
            <a:rPr lang="fr-FR" sz="1600" dirty="0"/>
            <a:t>Score plus faible que le précédent</a:t>
          </a:r>
        </a:p>
      </dgm:t>
    </dgm:pt>
    <dgm:pt modelId="{2B985064-4436-424D-A9B3-C7B2006E0327}" type="parTrans" cxnId="{54F232CF-3DE2-DA43-9704-84943BC833CE}">
      <dgm:prSet/>
      <dgm:spPr/>
      <dgm:t>
        <a:bodyPr/>
        <a:lstStyle/>
        <a:p>
          <a:endParaRPr lang="fr-FR"/>
        </a:p>
      </dgm:t>
    </dgm:pt>
    <dgm:pt modelId="{2DF343AD-724F-9345-B552-130C95160068}" type="sibTrans" cxnId="{54F232CF-3DE2-DA43-9704-84943BC833CE}">
      <dgm:prSet/>
      <dgm:spPr/>
      <dgm:t>
        <a:bodyPr/>
        <a:lstStyle/>
        <a:p>
          <a:endParaRPr lang="fr-FR"/>
        </a:p>
      </dgm:t>
    </dgm:pt>
    <dgm:pt modelId="{F4C1075E-6FF5-1C48-99FB-272C9C4F9BE2}">
      <dgm:prSet phldrT="[Texte]" custT="1"/>
      <dgm:spPr/>
      <dgm:t>
        <a:bodyPr/>
        <a:lstStyle/>
        <a:p>
          <a:r>
            <a:rPr lang="fr-FR" sz="1600" dirty="0"/>
            <a:t>Record du joueur</a:t>
          </a:r>
        </a:p>
      </dgm:t>
    </dgm:pt>
    <dgm:pt modelId="{3F02928C-C571-DD4C-89DC-84B78AAAF224}" type="parTrans" cxnId="{E047716F-1D66-5C41-8007-2F62ED080BFC}">
      <dgm:prSet/>
      <dgm:spPr/>
      <dgm:t>
        <a:bodyPr/>
        <a:lstStyle/>
        <a:p>
          <a:endParaRPr lang="fr-FR"/>
        </a:p>
      </dgm:t>
    </dgm:pt>
    <dgm:pt modelId="{1417A5DC-701F-9846-B5E7-84B5DAB86493}" type="sibTrans" cxnId="{E047716F-1D66-5C41-8007-2F62ED080BFC}">
      <dgm:prSet/>
      <dgm:spPr/>
      <dgm:t>
        <a:bodyPr/>
        <a:lstStyle/>
        <a:p>
          <a:endParaRPr lang="fr-FR"/>
        </a:p>
      </dgm:t>
    </dgm:pt>
    <dgm:pt modelId="{B0425939-2536-C147-956A-178230E8BE11}">
      <dgm:prSet phldrT="[Texte]" custT="1"/>
      <dgm:spPr/>
      <dgm:t>
        <a:bodyPr/>
        <a:lstStyle/>
        <a:p>
          <a:r>
            <a:rPr lang="fr-FR" sz="1600" dirty="0"/>
            <a:t>Déjà 10 joueurs dans le classement</a:t>
          </a:r>
        </a:p>
      </dgm:t>
    </dgm:pt>
    <dgm:pt modelId="{FCBC88A3-0435-964A-AD2F-9ABBB176648A}" type="parTrans" cxnId="{DDAF524B-4837-0944-A6A4-CEDE30414BA0}">
      <dgm:prSet/>
      <dgm:spPr/>
      <dgm:t>
        <a:bodyPr/>
        <a:lstStyle/>
        <a:p>
          <a:endParaRPr lang="fr-FR"/>
        </a:p>
      </dgm:t>
    </dgm:pt>
    <dgm:pt modelId="{4991BE52-1FB2-E74F-887D-DE75BDBA79BF}" type="sibTrans" cxnId="{DDAF524B-4837-0944-A6A4-CEDE30414BA0}">
      <dgm:prSet/>
      <dgm:spPr/>
      <dgm:t>
        <a:bodyPr/>
        <a:lstStyle/>
        <a:p>
          <a:endParaRPr lang="fr-FR"/>
        </a:p>
      </dgm:t>
    </dgm:pt>
    <dgm:pt modelId="{A1374084-F8EF-884E-B905-70A099BDF886}">
      <dgm:prSet phldrT="[Texte]" custT="1"/>
      <dgm:spPr/>
      <dgm:t>
        <a:bodyPr/>
        <a:lstStyle/>
        <a:p>
          <a:r>
            <a:rPr lang="fr-FR" sz="1600" dirty="0"/>
            <a:t>Moins de 10 joueurs</a:t>
          </a:r>
        </a:p>
      </dgm:t>
    </dgm:pt>
    <dgm:pt modelId="{F6917181-2111-3944-B1B6-8CC017A2CD2F}" type="parTrans" cxnId="{42324AA6-38B4-DE47-B08F-5E8A5D7C9092}">
      <dgm:prSet/>
      <dgm:spPr/>
      <dgm:t>
        <a:bodyPr/>
        <a:lstStyle/>
        <a:p>
          <a:endParaRPr lang="fr-FR"/>
        </a:p>
      </dgm:t>
    </dgm:pt>
    <dgm:pt modelId="{12B688AD-81AA-C948-A341-B06431F397F9}" type="sibTrans" cxnId="{42324AA6-38B4-DE47-B08F-5E8A5D7C9092}">
      <dgm:prSet/>
      <dgm:spPr/>
      <dgm:t>
        <a:bodyPr/>
        <a:lstStyle/>
        <a:p>
          <a:endParaRPr lang="fr-FR"/>
        </a:p>
      </dgm:t>
    </dgm:pt>
    <dgm:pt modelId="{6A39D6E6-0596-B34D-9FC5-47F6212EDCB8}">
      <dgm:prSet phldrT="[Texte]" custT="1"/>
      <dgm:spPr/>
      <dgm:t>
        <a:bodyPr/>
        <a:lstStyle/>
        <a:p>
          <a:r>
            <a:rPr lang="fr-FR" sz="1600" dirty="0"/>
            <a:t>Mettre en dernier</a:t>
          </a:r>
        </a:p>
      </dgm:t>
    </dgm:pt>
    <dgm:pt modelId="{020BE67D-02F2-724E-9034-7024ACE0BE54}" type="parTrans" cxnId="{429E647C-BF2A-3741-B20B-DCE10E59CF1D}">
      <dgm:prSet/>
      <dgm:spPr/>
      <dgm:t>
        <a:bodyPr/>
        <a:lstStyle/>
        <a:p>
          <a:endParaRPr lang="fr-FR"/>
        </a:p>
      </dgm:t>
    </dgm:pt>
    <dgm:pt modelId="{92A48EF4-0F27-A04B-810A-DF1CEEB874A3}" type="sibTrans" cxnId="{429E647C-BF2A-3741-B20B-DCE10E59CF1D}">
      <dgm:prSet/>
      <dgm:spPr/>
      <dgm:t>
        <a:bodyPr/>
        <a:lstStyle/>
        <a:p>
          <a:endParaRPr lang="fr-FR"/>
        </a:p>
      </dgm:t>
    </dgm:pt>
    <dgm:pt modelId="{7A01B06D-AED4-0A4C-B388-8EA075ABE268}">
      <dgm:prSet phldrT="[Texte]" custT="1"/>
      <dgm:spPr/>
      <dgm:t>
        <a:bodyPr/>
        <a:lstStyle/>
        <a:p>
          <a:r>
            <a:rPr lang="fr-FR" sz="1600" dirty="0"/>
            <a:t>Supprime le dernier + la remplace QUE SI son score &gt;</a:t>
          </a:r>
        </a:p>
      </dgm:t>
    </dgm:pt>
    <dgm:pt modelId="{C4884087-FB8B-8544-AF8D-A0D13CEB2667}" type="parTrans" cxnId="{1D40C3B9-460A-804C-ACDE-4D4738D5D370}">
      <dgm:prSet/>
      <dgm:spPr/>
      <dgm:t>
        <a:bodyPr/>
        <a:lstStyle/>
        <a:p>
          <a:endParaRPr lang="fr-FR"/>
        </a:p>
      </dgm:t>
    </dgm:pt>
    <dgm:pt modelId="{4A46F43A-C1A4-0C4E-AEFB-A3B698758CF8}" type="sibTrans" cxnId="{1D40C3B9-460A-804C-ACDE-4D4738D5D370}">
      <dgm:prSet/>
      <dgm:spPr/>
      <dgm:t>
        <a:bodyPr/>
        <a:lstStyle/>
        <a:p>
          <a:endParaRPr lang="fr-FR"/>
        </a:p>
      </dgm:t>
    </dgm:pt>
    <dgm:pt modelId="{F341AFAA-F1A4-E44A-B810-F515FF4D65B5}" type="pres">
      <dgm:prSet presAssocID="{D1ADA025-EB17-1B49-9233-2E32E416A500}" presName="mainComposite" presStyleCnt="0">
        <dgm:presLayoutVars>
          <dgm:chPref val="1"/>
          <dgm:dir/>
          <dgm:animOne val="branch"/>
          <dgm:animLvl val="lvl"/>
          <dgm:resizeHandles val="exact"/>
        </dgm:presLayoutVars>
      </dgm:prSet>
      <dgm:spPr/>
    </dgm:pt>
    <dgm:pt modelId="{F15DA28E-144F-9A45-8813-F752765DC7C5}" type="pres">
      <dgm:prSet presAssocID="{D1ADA025-EB17-1B49-9233-2E32E416A500}" presName="hierFlow" presStyleCnt="0"/>
      <dgm:spPr/>
    </dgm:pt>
    <dgm:pt modelId="{854F1422-F74F-B846-9905-F259901D2A20}" type="pres">
      <dgm:prSet presAssocID="{D1ADA025-EB17-1B49-9233-2E32E416A500}" presName="hierChild1" presStyleCnt="0">
        <dgm:presLayoutVars>
          <dgm:chPref val="1"/>
          <dgm:animOne val="branch"/>
          <dgm:animLvl val="lvl"/>
        </dgm:presLayoutVars>
      </dgm:prSet>
      <dgm:spPr/>
    </dgm:pt>
    <dgm:pt modelId="{6F0EF587-086D-0742-8A67-BEA75F4F1F46}" type="pres">
      <dgm:prSet presAssocID="{98E31D78-7DC6-0644-8D7F-F86A86899725}" presName="Name14" presStyleCnt="0"/>
      <dgm:spPr/>
    </dgm:pt>
    <dgm:pt modelId="{9F3B6CC9-339B-2844-88BC-8ED1D0907036}" type="pres">
      <dgm:prSet presAssocID="{98E31D78-7DC6-0644-8D7F-F86A86899725}" presName="level1Shape" presStyleLbl="node0" presStyleIdx="0" presStyleCnt="1">
        <dgm:presLayoutVars>
          <dgm:chPref val="3"/>
        </dgm:presLayoutVars>
      </dgm:prSet>
      <dgm:spPr/>
    </dgm:pt>
    <dgm:pt modelId="{FB65564F-A1F9-2F4D-A935-373CFF8B3493}" type="pres">
      <dgm:prSet presAssocID="{98E31D78-7DC6-0644-8D7F-F86A86899725}" presName="hierChild2" presStyleCnt="0"/>
      <dgm:spPr/>
    </dgm:pt>
    <dgm:pt modelId="{37D5B1AD-67AE-6741-B474-7D75F12516B2}" type="pres">
      <dgm:prSet presAssocID="{4167B4EA-4EF2-014D-B90A-3BD4CAD455CF}" presName="Name19" presStyleLbl="parChTrans1D2" presStyleIdx="0" presStyleCnt="2"/>
      <dgm:spPr/>
    </dgm:pt>
    <dgm:pt modelId="{E7A2B855-F685-C44F-8193-8225781C8247}" type="pres">
      <dgm:prSet presAssocID="{45D404F9-8E0B-AC4A-A990-69B3E57FB148}" presName="Name21" presStyleCnt="0"/>
      <dgm:spPr/>
    </dgm:pt>
    <dgm:pt modelId="{2F3EC3B4-78E3-574F-A681-6E22E089AFE9}" type="pres">
      <dgm:prSet presAssocID="{45D404F9-8E0B-AC4A-A990-69B3E57FB148}" presName="level2Shape" presStyleLbl="node2" presStyleIdx="0" presStyleCnt="2"/>
      <dgm:spPr/>
    </dgm:pt>
    <dgm:pt modelId="{1B6A9242-2AF2-DA4F-9FE8-C2CCD07D68EF}" type="pres">
      <dgm:prSet presAssocID="{45D404F9-8E0B-AC4A-A990-69B3E57FB148}" presName="hierChild3" presStyleCnt="0"/>
      <dgm:spPr/>
    </dgm:pt>
    <dgm:pt modelId="{0B35118B-0B6F-E84C-9C93-D6007994944B}" type="pres">
      <dgm:prSet presAssocID="{3F02928C-C571-DD4C-89DC-84B78AAAF224}" presName="Name19" presStyleLbl="parChTrans1D3" presStyleIdx="0" presStyleCnt="4"/>
      <dgm:spPr/>
    </dgm:pt>
    <dgm:pt modelId="{F2D0E28D-E58E-8343-AA83-695E957215E3}" type="pres">
      <dgm:prSet presAssocID="{F4C1075E-6FF5-1C48-99FB-272C9C4F9BE2}" presName="Name21" presStyleCnt="0"/>
      <dgm:spPr/>
    </dgm:pt>
    <dgm:pt modelId="{A32B1691-CAF4-7841-84F5-0EA0F4ACA8A1}" type="pres">
      <dgm:prSet presAssocID="{F4C1075E-6FF5-1C48-99FB-272C9C4F9BE2}" presName="level2Shape" presStyleLbl="node3" presStyleIdx="0" presStyleCnt="4"/>
      <dgm:spPr/>
    </dgm:pt>
    <dgm:pt modelId="{1092D5BE-9D36-D046-8A85-041F00F62351}" type="pres">
      <dgm:prSet presAssocID="{F4C1075E-6FF5-1C48-99FB-272C9C4F9BE2}" presName="hierChild3" presStyleCnt="0"/>
      <dgm:spPr/>
    </dgm:pt>
    <dgm:pt modelId="{D1E52A22-9FE0-D74F-B2B9-76DA01407257}" type="pres">
      <dgm:prSet presAssocID="{2B985064-4436-424D-A9B3-C7B2006E0327}" presName="Name19" presStyleLbl="parChTrans1D3" presStyleIdx="1" presStyleCnt="4"/>
      <dgm:spPr/>
    </dgm:pt>
    <dgm:pt modelId="{FFA01894-EA3A-664E-B556-3E761E7238F0}" type="pres">
      <dgm:prSet presAssocID="{A6419F4A-C07A-DF43-8C98-1766CBBAE160}" presName="Name21" presStyleCnt="0"/>
      <dgm:spPr/>
    </dgm:pt>
    <dgm:pt modelId="{384663DD-D173-6941-8C5C-F06C1C89AFE9}" type="pres">
      <dgm:prSet presAssocID="{A6419F4A-C07A-DF43-8C98-1766CBBAE160}" presName="level2Shape" presStyleLbl="node3" presStyleIdx="1" presStyleCnt="4"/>
      <dgm:spPr/>
    </dgm:pt>
    <dgm:pt modelId="{644CD841-168D-A849-9C0C-6473F4D5B41B}" type="pres">
      <dgm:prSet presAssocID="{A6419F4A-C07A-DF43-8C98-1766CBBAE160}" presName="hierChild3" presStyleCnt="0"/>
      <dgm:spPr/>
    </dgm:pt>
    <dgm:pt modelId="{D53367A7-2128-2C45-90D7-51C1F1BCF158}" type="pres">
      <dgm:prSet presAssocID="{EDA2CC1B-21FA-4443-AD0E-DFE04AC380AC}" presName="Name19" presStyleLbl="parChTrans1D2" presStyleIdx="1" presStyleCnt="2"/>
      <dgm:spPr/>
    </dgm:pt>
    <dgm:pt modelId="{AED8BD81-9369-034D-B8C4-7B4A52399B4C}" type="pres">
      <dgm:prSet presAssocID="{B983D80B-5C85-BA45-B36C-428EEE9FFD64}" presName="Name21" presStyleCnt="0"/>
      <dgm:spPr/>
    </dgm:pt>
    <dgm:pt modelId="{493AC849-A600-DD46-B6B9-5533A0EDA4C8}" type="pres">
      <dgm:prSet presAssocID="{B983D80B-5C85-BA45-B36C-428EEE9FFD64}" presName="level2Shape" presStyleLbl="node2" presStyleIdx="1" presStyleCnt="2"/>
      <dgm:spPr/>
    </dgm:pt>
    <dgm:pt modelId="{2F93806C-ABE3-B74B-93CD-0D5B9BF3F207}" type="pres">
      <dgm:prSet presAssocID="{B983D80B-5C85-BA45-B36C-428EEE9FFD64}" presName="hierChild3" presStyleCnt="0"/>
      <dgm:spPr/>
    </dgm:pt>
    <dgm:pt modelId="{4CDCD5F8-B71F-D04C-87FC-F13F310418A4}" type="pres">
      <dgm:prSet presAssocID="{FCBC88A3-0435-964A-AD2F-9ABBB176648A}" presName="Name19" presStyleLbl="parChTrans1D3" presStyleIdx="2" presStyleCnt="4"/>
      <dgm:spPr/>
    </dgm:pt>
    <dgm:pt modelId="{1FCAA5D0-3697-E943-8F80-586B5A8EAAE5}" type="pres">
      <dgm:prSet presAssocID="{B0425939-2536-C147-956A-178230E8BE11}" presName="Name21" presStyleCnt="0"/>
      <dgm:spPr/>
    </dgm:pt>
    <dgm:pt modelId="{B515112C-8230-8C44-8113-403BABD74F2D}" type="pres">
      <dgm:prSet presAssocID="{B0425939-2536-C147-956A-178230E8BE11}" presName="level2Shape" presStyleLbl="node3" presStyleIdx="2" presStyleCnt="4"/>
      <dgm:spPr/>
    </dgm:pt>
    <dgm:pt modelId="{A777083B-BC4C-1B4B-B88E-6F98219B3994}" type="pres">
      <dgm:prSet presAssocID="{B0425939-2536-C147-956A-178230E8BE11}" presName="hierChild3" presStyleCnt="0"/>
      <dgm:spPr/>
    </dgm:pt>
    <dgm:pt modelId="{FBE6A9A3-BE38-E742-AFC9-0317FF0608F2}" type="pres">
      <dgm:prSet presAssocID="{C4884087-FB8B-8544-AF8D-A0D13CEB2667}" presName="Name19" presStyleLbl="parChTrans1D4" presStyleIdx="0" presStyleCnt="2"/>
      <dgm:spPr/>
    </dgm:pt>
    <dgm:pt modelId="{C6B765F0-47FA-7B49-8B28-73EDAB25FB79}" type="pres">
      <dgm:prSet presAssocID="{7A01B06D-AED4-0A4C-B388-8EA075ABE268}" presName="Name21" presStyleCnt="0"/>
      <dgm:spPr/>
    </dgm:pt>
    <dgm:pt modelId="{09689252-DB01-7546-AA21-3FA6B47191CE}" type="pres">
      <dgm:prSet presAssocID="{7A01B06D-AED4-0A4C-B388-8EA075ABE268}" presName="level2Shape" presStyleLbl="node4" presStyleIdx="0" presStyleCnt="2"/>
      <dgm:spPr/>
    </dgm:pt>
    <dgm:pt modelId="{FD25A719-0B8E-D34D-BB71-06A0CE7C7D60}" type="pres">
      <dgm:prSet presAssocID="{7A01B06D-AED4-0A4C-B388-8EA075ABE268}" presName="hierChild3" presStyleCnt="0"/>
      <dgm:spPr/>
    </dgm:pt>
    <dgm:pt modelId="{1221A9EA-5481-184F-B381-D8F20AFA5878}" type="pres">
      <dgm:prSet presAssocID="{F6917181-2111-3944-B1B6-8CC017A2CD2F}" presName="Name19" presStyleLbl="parChTrans1D3" presStyleIdx="3" presStyleCnt="4"/>
      <dgm:spPr/>
    </dgm:pt>
    <dgm:pt modelId="{F4EFCF68-E5EA-A748-91F0-37C62602F670}" type="pres">
      <dgm:prSet presAssocID="{A1374084-F8EF-884E-B905-70A099BDF886}" presName="Name21" presStyleCnt="0"/>
      <dgm:spPr/>
    </dgm:pt>
    <dgm:pt modelId="{DADD67E5-8C4C-5048-824F-2C7280563B6A}" type="pres">
      <dgm:prSet presAssocID="{A1374084-F8EF-884E-B905-70A099BDF886}" presName="level2Shape" presStyleLbl="node3" presStyleIdx="3" presStyleCnt="4"/>
      <dgm:spPr/>
    </dgm:pt>
    <dgm:pt modelId="{6BF3687A-FE1B-B446-BD33-CFE8FDBBEB74}" type="pres">
      <dgm:prSet presAssocID="{A1374084-F8EF-884E-B905-70A099BDF886}" presName="hierChild3" presStyleCnt="0"/>
      <dgm:spPr/>
    </dgm:pt>
    <dgm:pt modelId="{4021B9E1-47CF-D74B-98B9-2036CB798D63}" type="pres">
      <dgm:prSet presAssocID="{020BE67D-02F2-724E-9034-7024ACE0BE54}" presName="Name19" presStyleLbl="parChTrans1D4" presStyleIdx="1" presStyleCnt="2"/>
      <dgm:spPr/>
    </dgm:pt>
    <dgm:pt modelId="{F0A9C6DD-2F20-4D4C-BBAD-3B7DA7548062}" type="pres">
      <dgm:prSet presAssocID="{6A39D6E6-0596-B34D-9FC5-47F6212EDCB8}" presName="Name21" presStyleCnt="0"/>
      <dgm:spPr/>
    </dgm:pt>
    <dgm:pt modelId="{B6FA0EAF-D2C9-C74B-BF3E-6AD21448D3B1}" type="pres">
      <dgm:prSet presAssocID="{6A39D6E6-0596-B34D-9FC5-47F6212EDCB8}" presName="level2Shape" presStyleLbl="node4" presStyleIdx="1" presStyleCnt="2"/>
      <dgm:spPr/>
    </dgm:pt>
    <dgm:pt modelId="{50611E33-063B-DD41-842A-35CDB4BC154D}" type="pres">
      <dgm:prSet presAssocID="{6A39D6E6-0596-B34D-9FC5-47F6212EDCB8}" presName="hierChild3" presStyleCnt="0"/>
      <dgm:spPr/>
    </dgm:pt>
    <dgm:pt modelId="{7BDA1961-249C-B44B-8EA3-515A60EEA95F}" type="pres">
      <dgm:prSet presAssocID="{D1ADA025-EB17-1B49-9233-2E32E416A500}" presName="bgShapesFlow" presStyleCnt="0"/>
      <dgm:spPr/>
    </dgm:pt>
  </dgm:ptLst>
  <dgm:cxnLst>
    <dgm:cxn modelId="{5829AD06-4D82-564F-9441-7D3F51CE17AF}" type="presOf" srcId="{EDA2CC1B-21FA-4443-AD0E-DFE04AC380AC}" destId="{D53367A7-2128-2C45-90D7-51C1F1BCF158}" srcOrd="0" destOrd="0" presId="urn:microsoft.com/office/officeart/2005/8/layout/hierarchy6"/>
    <dgm:cxn modelId="{81DD1507-6A7F-3A42-BDEA-4EC21855F041}" type="presOf" srcId="{F4C1075E-6FF5-1C48-99FB-272C9C4F9BE2}" destId="{A32B1691-CAF4-7841-84F5-0EA0F4ACA8A1}" srcOrd="0" destOrd="0" presId="urn:microsoft.com/office/officeart/2005/8/layout/hierarchy6"/>
    <dgm:cxn modelId="{E097DC18-3BDB-1440-8A28-6DD89719659C}" type="presOf" srcId="{C4884087-FB8B-8544-AF8D-A0D13CEB2667}" destId="{FBE6A9A3-BE38-E742-AFC9-0317FF0608F2}" srcOrd="0" destOrd="0" presId="urn:microsoft.com/office/officeart/2005/8/layout/hierarchy6"/>
    <dgm:cxn modelId="{EDDB7E2F-1130-5844-AE88-1E6DCD926A10}" type="presOf" srcId="{6A39D6E6-0596-B34D-9FC5-47F6212EDCB8}" destId="{B6FA0EAF-D2C9-C74B-BF3E-6AD21448D3B1}" srcOrd="0" destOrd="0" presId="urn:microsoft.com/office/officeart/2005/8/layout/hierarchy6"/>
    <dgm:cxn modelId="{72673934-9EFE-A04C-9BD0-DD35D9783E13}" srcId="{98E31D78-7DC6-0644-8D7F-F86A86899725}" destId="{B983D80B-5C85-BA45-B36C-428EEE9FFD64}" srcOrd="1" destOrd="0" parTransId="{EDA2CC1B-21FA-4443-AD0E-DFE04AC380AC}" sibTransId="{E280AED4-7A03-C942-B3BF-88D097BD2848}"/>
    <dgm:cxn modelId="{6A21C837-FAD9-8E46-AD51-805296614AB2}" type="presOf" srcId="{A1374084-F8EF-884E-B905-70A099BDF886}" destId="{DADD67E5-8C4C-5048-824F-2C7280563B6A}" srcOrd="0" destOrd="0" presId="urn:microsoft.com/office/officeart/2005/8/layout/hierarchy6"/>
    <dgm:cxn modelId="{86C14E5E-8FC5-F749-9B3E-67E8898B657A}" type="presOf" srcId="{2B985064-4436-424D-A9B3-C7B2006E0327}" destId="{D1E52A22-9FE0-D74F-B2B9-76DA01407257}" srcOrd="0" destOrd="0" presId="urn:microsoft.com/office/officeart/2005/8/layout/hierarchy6"/>
    <dgm:cxn modelId="{DDAF524B-4837-0944-A6A4-CEDE30414BA0}" srcId="{B983D80B-5C85-BA45-B36C-428EEE9FFD64}" destId="{B0425939-2536-C147-956A-178230E8BE11}" srcOrd="0" destOrd="0" parTransId="{FCBC88A3-0435-964A-AD2F-9ABBB176648A}" sibTransId="{4991BE52-1FB2-E74F-887D-DE75BDBA79BF}"/>
    <dgm:cxn modelId="{E047716F-1D66-5C41-8007-2F62ED080BFC}" srcId="{45D404F9-8E0B-AC4A-A990-69B3E57FB148}" destId="{F4C1075E-6FF5-1C48-99FB-272C9C4F9BE2}" srcOrd="0" destOrd="0" parTransId="{3F02928C-C571-DD4C-89DC-84B78AAAF224}" sibTransId="{1417A5DC-701F-9846-B5E7-84B5DAB86493}"/>
    <dgm:cxn modelId="{49ABF06F-F6CF-4845-8F3B-37E07533B244}" srcId="{98E31D78-7DC6-0644-8D7F-F86A86899725}" destId="{45D404F9-8E0B-AC4A-A990-69B3E57FB148}" srcOrd="0" destOrd="0" parTransId="{4167B4EA-4EF2-014D-B90A-3BD4CAD455CF}" sibTransId="{AED1FA53-C0D2-5F49-903B-6A7EB8EF83DB}"/>
    <dgm:cxn modelId="{56AAC57B-C2E5-2742-92A6-9620F94C70B2}" type="presOf" srcId="{B983D80B-5C85-BA45-B36C-428EEE9FFD64}" destId="{493AC849-A600-DD46-B6B9-5533A0EDA4C8}" srcOrd="0" destOrd="0" presId="urn:microsoft.com/office/officeart/2005/8/layout/hierarchy6"/>
    <dgm:cxn modelId="{429E647C-BF2A-3741-B20B-DCE10E59CF1D}" srcId="{A1374084-F8EF-884E-B905-70A099BDF886}" destId="{6A39D6E6-0596-B34D-9FC5-47F6212EDCB8}" srcOrd="0" destOrd="0" parTransId="{020BE67D-02F2-724E-9034-7024ACE0BE54}" sibTransId="{92A48EF4-0F27-A04B-810A-DF1CEEB874A3}"/>
    <dgm:cxn modelId="{BEAD7C7D-0394-D440-952B-FD03D16C798D}" type="presOf" srcId="{98E31D78-7DC6-0644-8D7F-F86A86899725}" destId="{9F3B6CC9-339B-2844-88BC-8ED1D0907036}" srcOrd="0" destOrd="0" presId="urn:microsoft.com/office/officeart/2005/8/layout/hierarchy6"/>
    <dgm:cxn modelId="{F177B997-27E9-874D-BAA3-D56FAF1171A6}" type="presOf" srcId="{A6419F4A-C07A-DF43-8C98-1766CBBAE160}" destId="{384663DD-D173-6941-8C5C-F06C1C89AFE9}" srcOrd="0" destOrd="0" presId="urn:microsoft.com/office/officeart/2005/8/layout/hierarchy6"/>
    <dgm:cxn modelId="{42324AA6-38B4-DE47-B08F-5E8A5D7C9092}" srcId="{B983D80B-5C85-BA45-B36C-428EEE9FFD64}" destId="{A1374084-F8EF-884E-B905-70A099BDF886}" srcOrd="1" destOrd="0" parTransId="{F6917181-2111-3944-B1B6-8CC017A2CD2F}" sibTransId="{12B688AD-81AA-C948-A341-B06431F397F9}"/>
    <dgm:cxn modelId="{262B81AC-CC57-8145-A528-7E6CB397E947}" type="presOf" srcId="{3F02928C-C571-DD4C-89DC-84B78AAAF224}" destId="{0B35118B-0B6F-E84C-9C93-D6007994944B}" srcOrd="0" destOrd="0" presId="urn:microsoft.com/office/officeart/2005/8/layout/hierarchy6"/>
    <dgm:cxn modelId="{70C1ABB0-09F1-D049-8A0A-6785079D585C}" type="presOf" srcId="{F6917181-2111-3944-B1B6-8CC017A2CD2F}" destId="{1221A9EA-5481-184F-B381-D8F20AFA5878}" srcOrd="0" destOrd="0" presId="urn:microsoft.com/office/officeart/2005/8/layout/hierarchy6"/>
    <dgm:cxn modelId="{E43226B4-0C68-7444-A465-416DC1593F29}" type="presOf" srcId="{FCBC88A3-0435-964A-AD2F-9ABBB176648A}" destId="{4CDCD5F8-B71F-D04C-87FC-F13F310418A4}" srcOrd="0" destOrd="0" presId="urn:microsoft.com/office/officeart/2005/8/layout/hierarchy6"/>
    <dgm:cxn modelId="{415092B4-0C64-7A42-B347-C0A9C5A7423C}" type="presOf" srcId="{D1ADA025-EB17-1B49-9233-2E32E416A500}" destId="{F341AFAA-F1A4-E44A-B810-F515FF4D65B5}" srcOrd="0" destOrd="0" presId="urn:microsoft.com/office/officeart/2005/8/layout/hierarchy6"/>
    <dgm:cxn modelId="{EB9460B7-60F5-E142-9581-4F2266108C57}" srcId="{D1ADA025-EB17-1B49-9233-2E32E416A500}" destId="{98E31D78-7DC6-0644-8D7F-F86A86899725}" srcOrd="0" destOrd="0" parTransId="{706FDB1A-A5ED-324C-B4BA-156601A8DA90}" sibTransId="{482D92D7-99F7-DD46-9850-3C35C5D524A8}"/>
    <dgm:cxn modelId="{1D40C3B9-460A-804C-ACDE-4D4738D5D370}" srcId="{B0425939-2536-C147-956A-178230E8BE11}" destId="{7A01B06D-AED4-0A4C-B388-8EA075ABE268}" srcOrd="0" destOrd="0" parTransId="{C4884087-FB8B-8544-AF8D-A0D13CEB2667}" sibTransId="{4A46F43A-C1A4-0C4E-AEFB-A3B698758CF8}"/>
    <dgm:cxn modelId="{5117C4CE-E70A-5C4C-872B-5978C5C36358}" type="presOf" srcId="{7A01B06D-AED4-0A4C-B388-8EA075ABE268}" destId="{09689252-DB01-7546-AA21-3FA6B47191CE}" srcOrd="0" destOrd="0" presId="urn:microsoft.com/office/officeart/2005/8/layout/hierarchy6"/>
    <dgm:cxn modelId="{A863DDCE-5A5D-9E41-BDAF-8A0CD50BECF6}" type="presOf" srcId="{4167B4EA-4EF2-014D-B90A-3BD4CAD455CF}" destId="{37D5B1AD-67AE-6741-B474-7D75F12516B2}" srcOrd="0" destOrd="0" presId="urn:microsoft.com/office/officeart/2005/8/layout/hierarchy6"/>
    <dgm:cxn modelId="{54F232CF-3DE2-DA43-9704-84943BC833CE}" srcId="{45D404F9-8E0B-AC4A-A990-69B3E57FB148}" destId="{A6419F4A-C07A-DF43-8C98-1766CBBAE160}" srcOrd="1" destOrd="0" parTransId="{2B985064-4436-424D-A9B3-C7B2006E0327}" sibTransId="{2DF343AD-724F-9345-B552-130C95160068}"/>
    <dgm:cxn modelId="{DD986FE9-25AE-274F-B2F2-99003D527E58}" type="presOf" srcId="{020BE67D-02F2-724E-9034-7024ACE0BE54}" destId="{4021B9E1-47CF-D74B-98B9-2036CB798D63}" srcOrd="0" destOrd="0" presId="urn:microsoft.com/office/officeart/2005/8/layout/hierarchy6"/>
    <dgm:cxn modelId="{F78C2AFC-D49B-1C4F-8C23-C767A2BE010C}" type="presOf" srcId="{B0425939-2536-C147-956A-178230E8BE11}" destId="{B515112C-8230-8C44-8113-403BABD74F2D}" srcOrd="0" destOrd="0" presId="urn:microsoft.com/office/officeart/2005/8/layout/hierarchy6"/>
    <dgm:cxn modelId="{C30C47FC-7F9D-9048-B1CE-987F3D5B585F}" type="presOf" srcId="{45D404F9-8E0B-AC4A-A990-69B3E57FB148}" destId="{2F3EC3B4-78E3-574F-A681-6E22E089AFE9}" srcOrd="0" destOrd="0" presId="urn:microsoft.com/office/officeart/2005/8/layout/hierarchy6"/>
    <dgm:cxn modelId="{1182F8EB-18CD-9243-BF06-A17F6C2CAC63}" type="presParOf" srcId="{F341AFAA-F1A4-E44A-B810-F515FF4D65B5}" destId="{F15DA28E-144F-9A45-8813-F752765DC7C5}" srcOrd="0" destOrd="0" presId="urn:microsoft.com/office/officeart/2005/8/layout/hierarchy6"/>
    <dgm:cxn modelId="{EF5F05D1-2845-7E41-93A3-060F98468B8B}" type="presParOf" srcId="{F15DA28E-144F-9A45-8813-F752765DC7C5}" destId="{854F1422-F74F-B846-9905-F259901D2A20}" srcOrd="0" destOrd="0" presId="urn:microsoft.com/office/officeart/2005/8/layout/hierarchy6"/>
    <dgm:cxn modelId="{B4BEC859-531C-E947-8B6D-99ED4B337E67}" type="presParOf" srcId="{854F1422-F74F-B846-9905-F259901D2A20}" destId="{6F0EF587-086D-0742-8A67-BEA75F4F1F46}" srcOrd="0" destOrd="0" presId="urn:microsoft.com/office/officeart/2005/8/layout/hierarchy6"/>
    <dgm:cxn modelId="{67307BBB-4C19-A642-83BA-7162A4482791}" type="presParOf" srcId="{6F0EF587-086D-0742-8A67-BEA75F4F1F46}" destId="{9F3B6CC9-339B-2844-88BC-8ED1D0907036}" srcOrd="0" destOrd="0" presId="urn:microsoft.com/office/officeart/2005/8/layout/hierarchy6"/>
    <dgm:cxn modelId="{337538A3-5534-B441-8734-C25222B02C3F}" type="presParOf" srcId="{6F0EF587-086D-0742-8A67-BEA75F4F1F46}" destId="{FB65564F-A1F9-2F4D-A935-373CFF8B3493}" srcOrd="1" destOrd="0" presId="urn:microsoft.com/office/officeart/2005/8/layout/hierarchy6"/>
    <dgm:cxn modelId="{5F69E4B7-EE11-8A40-8706-8F3F2B4862FA}" type="presParOf" srcId="{FB65564F-A1F9-2F4D-A935-373CFF8B3493}" destId="{37D5B1AD-67AE-6741-B474-7D75F12516B2}" srcOrd="0" destOrd="0" presId="urn:microsoft.com/office/officeart/2005/8/layout/hierarchy6"/>
    <dgm:cxn modelId="{C23196BD-14FB-8F49-9061-89139AD336AD}" type="presParOf" srcId="{FB65564F-A1F9-2F4D-A935-373CFF8B3493}" destId="{E7A2B855-F685-C44F-8193-8225781C8247}" srcOrd="1" destOrd="0" presId="urn:microsoft.com/office/officeart/2005/8/layout/hierarchy6"/>
    <dgm:cxn modelId="{4A23BAD3-0CAE-A547-8E93-2E31E7E5A082}" type="presParOf" srcId="{E7A2B855-F685-C44F-8193-8225781C8247}" destId="{2F3EC3B4-78E3-574F-A681-6E22E089AFE9}" srcOrd="0" destOrd="0" presId="urn:microsoft.com/office/officeart/2005/8/layout/hierarchy6"/>
    <dgm:cxn modelId="{6BC1D000-4EAD-8C4B-8EDC-9A73BBE6E070}" type="presParOf" srcId="{E7A2B855-F685-C44F-8193-8225781C8247}" destId="{1B6A9242-2AF2-DA4F-9FE8-C2CCD07D68EF}" srcOrd="1" destOrd="0" presId="urn:microsoft.com/office/officeart/2005/8/layout/hierarchy6"/>
    <dgm:cxn modelId="{A86199DA-1172-DC43-BE44-92494A32E591}" type="presParOf" srcId="{1B6A9242-2AF2-DA4F-9FE8-C2CCD07D68EF}" destId="{0B35118B-0B6F-E84C-9C93-D6007994944B}" srcOrd="0" destOrd="0" presId="urn:microsoft.com/office/officeart/2005/8/layout/hierarchy6"/>
    <dgm:cxn modelId="{1D3D3197-93A5-2045-929A-CA66EEFA0B4D}" type="presParOf" srcId="{1B6A9242-2AF2-DA4F-9FE8-C2CCD07D68EF}" destId="{F2D0E28D-E58E-8343-AA83-695E957215E3}" srcOrd="1" destOrd="0" presId="urn:microsoft.com/office/officeart/2005/8/layout/hierarchy6"/>
    <dgm:cxn modelId="{57CE2BF5-0E74-9443-820D-26E1AD86DBCE}" type="presParOf" srcId="{F2D0E28D-E58E-8343-AA83-695E957215E3}" destId="{A32B1691-CAF4-7841-84F5-0EA0F4ACA8A1}" srcOrd="0" destOrd="0" presId="urn:microsoft.com/office/officeart/2005/8/layout/hierarchy6"/>
    <dgm:cxn modelId="{EDE7249F-CFAA-954A-AD13-0128896607EE}" type="presParOf" srcId="{F2D0E28D-E58E-8343-AA83-695E957215E3}" destId="{1092D5BE-9D36-D046-8A85-041F00F62351}" srcOrd="1" destOrd="0" presId="urn:microsoft.com/office/officeart/2005/8/layout/hierarchy6"/>
    <dgm:cxn modelId="{2A5734EB-0E98-F24E-8F8A-502A3CDE7569}" type="presParOf" srcId="{1B6A9242-2AF2-DA4F-9FE8-C2CCD07D68EF}" destId="{D1E52A22-9FE0-D74F-B2B9-76DA01407257}" srcOrd="2" destOrd="0" presId="urn:microsoft.com/office/officeart/2005/8/layout/hierarchy6"/>
    <dgm:cxn modelId="{66686DDE-1E9F-1E43-AF9F-C578C2E50CA1}" type="presParOf" srcId="{1B6A9242-2AF2-DA4F-9FE8-C2CCD07D68EF}" destId="{FFA01894-EA3A-664E-B556-3E761E7238F0}" srcOrd="3" destOrd="0" presId="urn:microsoft.com/office/officeart/2005/8/layout/hierarchy6"/>
    <dgm:cxn modelId="{1CDC7FD6-A48D-A241-81E3-F2B6A9093880}" type="presParOf" srcId="{FFA01894-EA3A-664E-B556-3E761E7238F0}" destId="{384663DD-D173-6941-8C5C-F06C1C89AFE9}" srcOrd="0" destOrd="0" presId="urn:microsoft.com/office/officeart/2005/8/layout/hierarchy6"/>
    <dgm:cxn modelId="{39AE1551-631C-644D-8AFF-C63F914E01AB}" type="presParOf" srcId="{FFA01894-EA3A-664E-B556-3E761E7238F0}" destId="{644CD841-168D-A849-9C0C-6473F4D5B41B}" srcOrd="1" destOrd="0" presId="urn:microsoft.com/office/officeart/2005/8/layout/hierarchy6"/>
    <dgm:cxn modelId="{0F2A7D12-3F6B-3B47-A48D-EECA0633CDBA}" type="presParOf" srcId="{FB65564F-A1F9-2F4D-A935-373CFF8B3493}" destId="{D53367A7-2128-2C45-90D7-51C1F1BCF158}" srcOrd="2" destOrd="0" presId="urn:microsoft.com/office/officeart/2005/8/layout/hierarchy6"/>
    <dgm:cxn modelId="{4A88B164-C939-E24A-9E47-82CE8B3941C3}" type="presParOf" srcId="{FB65564F-A1F9-2F4D-A935-373CFF8B3493}" destId="{AED8BD81-9369-034D-B8C4-7B4A52399B4C}" srcOrd="3" destOrd="0" presId="urn:microsoft.com/office/officeart/2005/8/layout/hierarchy6"/>
    <dgm:cxn modelId="{3EFE1E24-FC0D-1549-96B7-2885274A8E89}" type="presParOf" srcId="{AED8BD81-9369-034D-B8C4-7B4A52399B4C}" destId="{493AC849-A600-DD46-B6B9-5533A0EDA4C8}" srcOrd="0" destOrd="0" presId="urn:microsoft.com/office/officeart/2005/8/layout/hierarchy6"/>
    <dgm:cxn modelId="{E237DBD8-8CF0-A24A-8BB8-5BE20CE07E27}" type="presParOf" srcId="{AED8BD81-9369-034D-B8C4-7B4A52399B4C}" destId="{2F93806C-ABE3-B74B-93CD-0D5B9BF3F207}" srcOrd="1" destOrd="0" presId="urn:microsoft.com/office/officeart/2005/8/layout/hierarchy6"/>
    <dgm:cxn modelId="{ABA935AE-7731-764A-B69C-7F7349FFEDD3}" type="presParOf" srcId="{2F93806C-ABE3-B74B-93CD-0D5B9BF3F207}" destId="{4CDCD5F8-B71F-D04C-87FC-F13F310418A4}" srcOrd="0" destOrd="0" presId="urn:microsoft.com/office/officeart/2005/8/layout/hierarchy6"/>
    <dgm:cxn modelId="{A74A866D-FC22-DC49-88DF-B909BDF325EC}" type="presParOf" srcId="{2F93806C-ABE3-B74B-93CD-0D5B9BF3F207}" destId="{1FCAA5D0-3697-E943-8F80-586B5A8EAAE5}" srcOrd="1" destOrd="0" presId="urn:microsoft.com/office/officeart/2005/8/layout/hierarchy6"/>
    <dgm:cxn modelId="{C52A6CB0-2267-044F-B1E5-B15708BC1741}" type="presParOf" srcId="{1FCAA5D0-3697-E943-8F80-586B5A8EAAE5}" destId="{B515112C-8230-8C44-8113-403BABD74F2D}" srcOrd="0" destOrd="0" presId="urn:microsoft.com/office/officeart/2005/8/layout/hierarchy6"/>
    <dgm:cxn modelId="{191051B0-84D5-5E4F-B35A-7B9B0E9FB5D4}" type="presParOf" srcId="{1FCAA5D0-3697-E943-8F80-586B5A8EAAE5}" destId="{A777083B-BC4C-1B4B-B88E-6F98219B3994}" srcOrd="1" destOrd="0" presId="urn:microsoft.com/office/officeart/2005/8/layout/hierarchy6"/>
    <dgm:cxn modelId="{5AE3AF7D-5F97-A54D-B646-DA039FCF7D96}" type="presParOf" srcId="{A777083B-BC4C-1B4B-B88E-6F98219B3994}" destId="{FBE6A9A3-BE38-E742-AFC9-0317FF0608F2}" srcOrd="0" destOrd="0" presId="urn:microsoft.com/office/officeart/2005/8/layout/hierarchy6"/>
    <dgm:cxn modelId="{92121394-664F-7D4D-B845-41B15E6B0166}" type="presParOf" srcId="{A777083B-BC4C-1B4B-B88E-6F98219B3994}" destId="{C6B765F0-47FA-7B49-8B28-73EDAB25FB79}" srcOrd="1" destOrd="0" presId="urn:microsoft.com/office/officeart/2005/8/layout/hierarchy6"/>
    <dgm:cxn modelId="{BAE8DB09-C62B-AD4A-9025-F59C4B8D95BB}" type="presParOf" srcId="{C6B765F0-47FA-7B49-8B28-73EDAB25FB79}" destId="{09689252-DB01-7546-AA21-3FA6B47191CE}" srcOrd="0" destOrd="0" presId="urn:microsoft.com/office/officeart/2005/8/layout/hierarchy6"/>
    <dgm:cxn modelId="{54CC1D12-26E1-AA47-822F-699CF61A42FE}" type="presParOf" srcId="{C6B765F0-47FA-7B49-8B28-73EDAB25FB79}" destId="{FD25A719-0B8E-D34D-BB71-06A0CE7C7D60}" srcOrd="1" destOrd="0" presId="urn:microsoft.com/office/officeart/2005/8/layout/hierarchy6"/>
    <dgm:cxn modelId="{815012EB-86E3-D644-9ED4-4CE5B26C2C5A}" type="presParOf" srcId="{2F93806C-ABE3-B74B-93CD-0D5B9BF3F207}" destId="{1221A9EA-5481-184F-B381-D8F20AFA5878}" srcOrd="2" destOrd="0" presId="urn:microsoft.com/office/officeart/2005/8/layout/hierarchy6"/>
    <dgm:cxn modelId="{338CDF40-451B-C244-9BA9-8FFC4376C90A}" type="presParOf" srcId="{2F93806C-ABE3-B74B-93CD-0D5B9BF3F207}" destId="{F4EFCF68-E5EA-A748-91F0-37C62602F670}" srcOrd="3" destOrd="0" presId="urn:microsoft.com/office/officeart/2005/8/layout/hierarchy6"/>
    <dgm:cxn modelId="{4A962845-203A-D64E-8F87-E4673F79181D}" type="presParOf" srcId="{F4EFCF68-E5EA-A748-91F0-37C62602F670}" destId="{DADD67E5-8C4C-5048-824F-2C7280563B6A}" srcOrd="0" destOrd="0" presId="urn:microsoft.com/office/officeart/2005/8/layout/hierarchy6"/>
    <dgm:cxn modelId="{56FE3117-6456-BA4E-AAE1-F63374376162}" type="presParOf" srcId="{F4EFCF68-E5EA-A748-91F0-37C62602F670}" destId="{6BF3687A-FE1B-B446-BD33-CFE8FDBBEB74}" srcOrd="1" destOrd="0" presId="urn:microsoft.com/office/officeart/2005/8/layout/hierarchy6"/>
    <dgm:cxn modelId="{74A90CFD-87C2-2746-ABDA-451596EB11DE}" type="presParOf" srcId="{6BF3687A-FE1B-B446-BD33-CFE8FDBBEB74}" destId="{4021B9E1-47CF-D74B-98B9-2036CB798D63}" srcOrd="0" destOrd="0" presId="urn:microsoft.com/office/officeart/2005/8/layout/hierarchy6"/>
    <dgm:cxn modelId="{E2DCD880-75AB-7948-931E-3A1100F5F78C}" type="presParOf" srcId="{6BF3687A-FE1B-B446-BD33-CFE8FDBBEB74}" destId="{F0A9C6DD-2F20-4D4C-BBAD-3B7DA7548062}" srcOrd="1" destOrd="0" presId="urn:microsoft.com/office/officeart/2005/8/layout/hierarchy6"/>
    <dgm:cxn modelId="{687E61FA-7819-C941-A839-5F5091CB908A}" type="presParOf" srcId="{F0A9C6DD-2F20-4D4C-BBAD-3B7DA7548062}" destId="{B6FA0EAF-D2C9-C74B-BF3E-6AD21448D3B1}" srcOrd="0" destOrd="0" presId="urn:microsoft.com/office/officeart/2005/8/layout/hierarchy6"/>
    <dgm:cxn modelId="{10D690B5-86C8-414E-9D7B-4173ED1C84DD}" type="presParOf" srcId="{F0A9C6DD-2F20-4D4C-BBAD-3B7DA7548062}" destId="{50611E33-063B-DD41-842A-35CDB4BC154D}" srcOrd="1" destOrd="0" presId="urn:microsoft.com/office/officeart/2005/8/layout/hierarchy6"/>
    <dgm:cxn modelId="{89D51EA6-732D-B748-BD55-97D24722650E}" type="presParOf" srcId="{F341AFAA-F1A4-E44A-B810-F515FF4D65B5}" destId="{7BDA1961-249C-B44B-8EA3-515A60EEA95F}" srcOrd="1" destOrd="0" presId="urn:microsoft.com/office/officeart/2005/8/layout/hierarchy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9E28312-E658-1D4C-9ED8-537C6FE053E5}">
      <dsp:nvSpPr>
        <dsp:cNvPr id="0" name=""/>
        <dsp:cNvSpPr/>
      </dsp:nvSpPr>
      <dsp:spPr>
        <a:xfrm>
          <a:off x="2425500" y="1857545"/>
          <a:ext cx="1716059" cy="297828"/>
        </a:xfrm>
        <a:custGeom>
          <a:avLst/>
          <a:gdLst/>
          <a:ahLst/>
          <a:cxnLst/>
          <a:rect l="0" t="0" r="0" b="0"/>
          <a:pathLst>
            <a:path>
              <a:moveTo>
                <a:pt x="0" y="0"/>
              </a:moveTo>
              <a:lnTo>
                <a:pt x="0" y="148914"/>
              </a:lnTo>
              <a:lnTo>
                <a:pt x="1716059" y="148914"/>
              </a:lnTo>
              <a:lnTo>
                <a:pt x="1716059" y="297828"/>
              </a:lnTo>
            </a:path>
          </a:pathLst>
        </a:custGeom>
        <a:noFill/>
        <a:ln w="25400" cap="flat" cmpd="sng" algn="ctr">
          <a:solidFill>
            <a:schemeClr val="accent1">
              <a:shade val="60000"/>
              <a:hueOff val="0"/>
              <a:satOff val="0"/>
              <a:lumOff val="0"/>
              <a:alphaOff val="0"/>
            </a:schemeClr>
          </a:solidFill>
          <a:prstDash val="solid"/>
          <a:miter/>
        </a:ln>
        <a:effectLst/>
      </dsp:spPr>
      <dsp:style>
        <a:lnRef idx="2">
          <a:scrgbClr r="0" g="0" b="0"/>
        </a:lnRef>
        <a:fillRef idx="0">
          <a:scrgbClr r="0" g="0" b="0"/>
        </a:fillRef>
        <a:effectRef idx="0">
          <a:scrgbClr r="0" g="0" b="0"/>
        </a:effectRef>
        <a:fontRef idx="minor"/>
      </dsp:style>
    </dsp:sp>
    <dsp:sp modelId="{D758968D-C4D1-FA43-84EA-ECF502747BEB}">
      <dsp:nvSpPr>
        <dsp:cNvPr id="0" name=""/>
        <dsp:cNvSpPr/>
      </dsp:nvSpPr>
      <dsp:spPr>
        <a:xfrm>
          <a:off x="2379780" y="1857545"/>
          <a:ext cx="91440" cy="297828"/>
        </a:xfrm>
        <a:custGeom>
          <a:avLst/>
          <a:gdLst/>
          <a:ahLst/>
          <a:cxnLst/>
          <a:rect l="0" t="0" r="0" b="0"/>
          <a:pathLst>
            <a:path>
              <a:moveTo>
                <a:pt x="45720" y="0"/>
              </a:moveTo>
              <a:lnTo>
                <a:pt x="45720" y="297828"/>
              </a:lnTo>
            </a:path>
          </a:pathLst>
        </a:custGeom>
        <a:noFill/>
        <a:ln w="25400" cap="flat" cmpd="sng" algn="ctr">
          <a:solidFill>
            <a:schemeClr val="accent1">
              <a:shade val="60000"/>
              <a:hueOff val="0"/>
              <a:satOff val="0"/>
              <a:lumOff val="0"/>
              <a:alphaOff val="0"/>
            </a:schemeClr>
          </a:solidFill>
          <a:prstDash val="solid"/>
          <a:miter/>
        </a:ln>
        <a:effectLst/>
      </dsp:spPr>
      <dsp:style>
        <a:lnRef idx="2">
          <a:scrgbClr r="0" g="0" b="0"/>
        </a:lnRef>
        <a:fillRef idx="0">
          <a:scrgbClr r="0" g="0" b="0"/>
        </a:fillRef>
        <a:effectRef idx="0">
          <a:scrgbClr r="0" g="0" b="0"/>
        </a:effectRef>
        <a:fontRef idx="minor"/>
      </dsp:style>
    </dsp:sp>
    <dsp:sp modelId="{4B7C6E84-FB80-BF4F-9126-9BB6AC5B276B}">
      <dsp:nvSpPr>
        <dsp:cNvPr id="0" name=""/>
        <dsp:cNvSpPr/>
      </dsp:nvSpPr>
      <dsp:spPr>
        <a:xfrm>
          <a:off x="709440" y="1857545"/>
          <a:ext cx="1716059" cy="297828"/>
        </a:xfrm>
        <a:custGeom>
          <a:avLst/>
          <a:gdLst/>
          <a:ahLst/>
          <a:cxnLst/>
          <a:rect l="0" t="0" r="0" b="0"/>
          <a:pathLst>
            <a:path>
              <a:moveTo>
                <a:pt x="1716059" y="0"/>
              </a:moveTo>
              <a:lnTo>
                <a:pt x="1716059" y="148914"/>
              </a:lnTo>
              <a:lnTo>
                <a:pt x="0" y="148914"/>
              </a:lnTo>
              <a:lnTo>
                <a:pt x="0" y="297828"/>
              </a:lnTo>
            </a:path>
          </a:pathLst>
        </a:custGeom>
        <a:noFill/>
        <a:ln w="25400" cap="flat" cmpd="sng" algn="ctr">
          <a:solidFill>
            <a:schemeClr val="accent1">
              <a:shade val="60000"/>
              <a:hueOff val="0"/>
              <a:satOff val="0"/>
              <a:lumOff val="0"/>
              <a:alphaOff val="0"/>
            </a:schemeClr>
          </a:solidFill>
          <a:prstDash val="solid"/>
          <a:miter/>
        </a:ln>
        <a:effectLst/>
      </dsp:spPr>
      <dsp:style>
        <a:lnRef idx="2">
          <a:scrgbClr r="0" g="0" b="0"/>
        </a:lnRef>
        <a:fillRef idx="0">
          <a:scrgbClr r="0" g="0" b="0"/>
        </a:fillRef>
        <a:effectRef idx="0">
          <a:scrgbClr r="0" g="0" b="0"/>
        </a:effectRef>
        <a:fontRef idx="minor"/>
      </dsp:style>
    </dsp:sp>
    <dsp:sp modelId="{C269CF87-41CC-3540-B18C-FACAB1158375}">
      <dsp:nvSpPr>
        <dsp:cNvPr id="0" name=""/>
        <dsp:cNvSpPr/>
      </dsp:nvSpPr>
      <dsp:spPr>
        <a:xfrm>
          <a:off x="1716384" y="1148430"/>
          <a:ext cx="1418230" cy="709115"/>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miter/>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fr-FR" sz="2800" kern="1200" dirty="0"/>
            <a:t>Début</a:t>
          </a:r>
          <a:endParaRPr lang="fr-FR" sz="4800" kern="1200" dirty="0"/>
        </a:p>
      </dsp:txBody>
      <dsp:txXfrm>
        <a:off x="1716384" y="1148430"/>
        <a:ext cx="1418230" cy="709115"/>
      </dsp:txXfrm>
    </dsp:sp>
    <dsp:sp modelId="{99C2FBBC-2072-B049-9179-073F5F3243FA}">
      <dsp:nvSpPr>
        <dsp:cNvPr id="0" name=""/>
        <dsp:cNvSpPr/>
      </dsp:nvSpPr>
      <dsp:spPr>
        <a:xfrm>
          <a:off x="325" y="2155374"/>
          <a:ext cx="1418230" cy="709115"/>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miter/>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fr-FR" sz="1700" kern="1200" dirty="0"/>
            <a:t>Démarrer une nouvelle partie</a:t>
          </a:r>
        </a:p>
      </dsp:txBody>
      <dsp:txXfrm>
        <a:off x="325" y="2155374"/>
        <a:ext cx="1418230" cy="709115"/>
      </dsp:txXfrm>
    </dsp:sp>
    <dsp:sp modelId="{B6E0ACA8-3C52-FD42-A903-2FEE88AF28F0}">
      <dsp:nvSpPr>
        <dsp:cNvPr id="0" name=""/>
        <dsp:cNvSpPr/>
      </dsp:nvSpPr>
      <dsp:spPr>
        <a:xfrm>
          <a:off x="1716384" y="2155374"/>
          <a:ext cx="1418230" cy="709115"/>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miter/>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fr-FR" sz="1700" kern="1200" dirty="0"/>
            <a:t>Charger la partie précédente</a:t>
          </a:r>
        </a:p>
      </dsp:txBody>
      <dsp:txXfrm>
        <a:off x="1716384" y="2155374"/>
        <a:ext cx="1418230" cy="709115"/>
      </dsp:txXfrm>
    </dsp:sp>
    <dsp:sp modelId="{953335DF-DF2F-0D4D-8A30-DA6655225248}">
      <dsp:nvSpPr>
        <dsp:cNvPr id="0" name=""/>
        <dsp:cNvSpPr/>
      </dsp:nvSpPr>
      <dsp:spPr>
        <a:xfrm>
          <a:off x="3432443" y="2155374"/>
          <a:ext cx="1418230" cy="709115"/>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miter/>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fr-FR" sz="1700" kern="1200" dirty="0"/>
            <a:t>Consulter le classement</a:t>
          </a:r>
        </a:p>
      </dsp:txBody>
      <dsp:txXfrm>
        <a:off x="3432443" y="2155374"/>
        <a:ext cx="1418230" cy="70911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3B6CC9-339B-2844-88BC-8ED1D0907036}">
      <dsp:nvSpPr>
        <dsp:cNvPr id="0" name=""/>
        <dsp:cNvSpPr/>
      </dsp:nvSpPr>
      <dsp:spPr>
        <a:xfrm>
          <a:off x="3544073" y="0"/>
          <a:ext cx="1403532" cy="93568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miter/>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fr-FR" sz="1600" kern="1200" dirty="0" err="1"/>
            <a:t>Arret</a:t>
          </a:r>
          <a:r>
            <a:rPr lang="fr-FR" sz="1600" kern="1200" dirty="0"/>
            <a:t> de la partie</a:t>
          </a:r>
        </a:p>
      </dsp:txBody>
      <dsp:txXfrm>
        <a:off x="3571478" y="27405"/>
        <a:ext cx="1348722" cy="880878"/>
      </dsp:txXfrm>
    </dsp:sp>
    <dsp:sp modelId="{37D5B1AD-67AE-6741-B474-7D75F12516B2}">
      <dsp:nvSpPr>
        <dsp:cNvPr id="0" name=""/>
        <dsp:cNvSpPr/>
      </dsp:nvSpPr>
      <dsp:spPr>
        <a:xfrm>
          <a:off x="2421248" y="935688"/>
          <a:ext cx="1824591" cy="374275"/>
        </a:xfrm>
        <a:custGeom>
          <a:avLst/>
          <a:gdLst/>
          <a:ahLst/>
          <a:cxnLst/>
          <a:rect l="0" t="0" r="0" b="0"/>
          <a:pathLst>
            <a:path>
              <a:moveTo>
                <a:pt x="1824591" y="0"/>
              </a:moveTo>
              <a:lnTo>
                <a:pt x="1824591" y="187137"/>
              </a:lnTo>
              <a:lnTo>
                <a:pt x="0" y="187137"/>
              </a:lnTo>
              <a:lnTo>
                <a:pt x="0" y="374275"/>
              </a:lnTo>
            </a:path>
          </a:pathLst>
        </a:custGeom>
        <a:noFill/>
        <a:ln w="25400" cap="flat" cmpd="sng" algn="ctr">
          <a:solidFill>
            <a:schemeClr val="accent1">
              <a:shade val="60000"/>
              <a:hueOff val="0"/>
              <a:satOff val="0"/>
              <a:lumOff val="0"/>
              <a:alphaOff val="0"/>
            </a:schemeClr>
          </a:solidFill>
          <a:prstDash val="solid"/>
          <a:miter/>
        </a:ln>
        <a:effectLst/>
      </dsp:spPr>
      <dsp:style>
        <a:lnRef idx="2">
          <a:scrgbClr r="0" g="0" b="0"/>
        </a:lnRef>
        <a:fillRef idx="0">
          <a:scrgbClr r="0" g="0" b="0"/>
        </a:fillRef>
        <a:effectRef idx="0">
          <a:scrgbClr r="0" g="0" b="0"/>
        </a:effectRef>
        <a:fontRef idx="minor"/>
      </dsp:style>
    </dsp:sp>
    <dsp:sp modelId="{2F3EC3B4-78E3-574F-A681-6E22E089AFE9}">
      <dsp:nvSpPr>
        <dsp:cNvPr id="0" name=""/>
        <dsp:cNvSpPr/>
      </dsp:nvSpPr>
      <dsp:spPr>
        <a:xfrm>
          <a:off x="1719482" y="1309963"/>
          <a:ext cx="1403532" cy="93568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miter/>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fr-FR" sz="1600" kern="1200" dirty="0"/>
            <a:t>Joueur déjà présent</a:t>
          </a:r>
        </a:p>
      </dsp:txBody>
      <dsp:txXfrm>
        <a:off x="1746887" y="1337368"/>
        <a:ext cx="1348722" cy="880878"/>
      </dsp:txXfrm>
    </dsp:sp>
    <dsp:sp modelId="{0B35118B-0B6F-E84C-9C93-D6007994944B}">
      <dsp:nvSpPr>
        <dsp:cNvPr id="0" name=""/>
        <dsp:cNvSpPr/>
      </dsp:nvSpPr>
      <dsp:spPr>
        <a:xfrm>
          <a:off x="1508952" y="2245651"/>
          <a:ext cx="912295" cy="374275"/>
        </a:xfrm>
        <a:custGeom>
          <a:avLst/>
          <a:gdLst/>
          <a:ahLst/>
          <a:cxnLst/>
          <a:rect l="0" t="0" r="0" b="0"/>
          <a:pathLst>
            <a:path>
              <a:moveTo>
                <a:pt x="912295" y="0"/>
              </a:moveTo>
              <a:lnTo>
                <a:pt x="912295" y="187137"/>
              </a:lnTo>
              <a:lnTo>
                <a:pt x="0" y="187137"/>
              </a:lnTo>
              <a:lnTo>
                <a:pt x="0" y="374275"/>
              </a:lnTo>
            </a:path>
          </a:pathLst>
        </a:custGeom>
        <a:noFill/>
        <a:ln w="25400" cap="flat" cmpd="sng" algn="ctr">
          <a:solidFill>
            <a:schemeClr val="accent1">
              <a:shade val="80000"/>
              <a:hueOff val="0"/>
              <a:satOff val="0"/>
              <a:lumOff val="0"/>
              <a:alphaOff val="0"/>
            </a:schemeClr>
          </a:solidFill>
          <a:prstDash val="solid"/>
          <a:miter/>
        </a:ln>
        <a:effectLst/>
      </dsp:spPr>
      <dsp:style>
        <a:lnRef idx="2">
          <a:scrgbClr r="0" g="0" b="0"/>
        </a:lnRef>
        <a:fillRef idx="0">
          <a:scrgbClr r="0" g="0" b="0"/>
        </a:fillRef>
        <a:effectRef idx="0">
          <a:scrgbClr r="0" g="0" b="0"/>
        </a:effectRef>
        <a:fontRef idx="minor"/>
      </dsp:style>
    </dsp:sp>
    <dsp:sp modelId="{A32B1691-CAF4-7841-84F5-0EA0F4ACA8A1}">
      <dsp:nvSpPr>
        <dsp:cNvPr id="0" name=""/>
        <dsp:cNvSpPr/>
      </dsp:nvSpPr>
      <dsp:spPr>
        <a:xfrm>
          <a:off x="807186" y="2619926"/>
          <a:ext cx="1403532" cy="93568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miter/>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fr-FR" sz="1600" kern="1200" dirty="0"/>
            <a:t>Record du joueur</a:t>
          </a:r>
        </a:p>
      </dsp:txBody>
      <dsp:txXfrm>
        <a:off x="834591" y="2647331"/>
        <a:ext cx="1348722" cy="880878"/>
      </dsp:txXfrm>
    </dsp:sp>
    <dsp:sp modelId="{D1E52A22-9FE0-D74F-B2B9-76DA01407257}">
      <dsp:nvSpPr>
        <dsp:cNvPr id="0" name=""/>
        <dsp:cNvSpPr/>
      </dsp:nvSpPr>
      <dsp:spPr>
        <a:xfrm>
          <a:off x="2421248" y="2245651"/>
          <a:ext cx="912295" cy="374275"/>
        </a:xfrm>
        <a:custGeom>
          <a:avLst/>
          <a:gdLst/>
          <a:ahLst/>
          <a:cxnLst/>
          <a:rect l="0" t="0" r="0" b="0"/>
          <a:pathLst>
            <a:path>
              <a:moveTo>
                <a:pt x="0" y="0"/>
              </a:moveTo>
              <a:lnTo>
                <a:pt x="0" y="187137"/>
              </a:lnTo>
              <a:lnTo>
                <a:pt x="912295" y="187137"/>
              </a:lnTo>
              <a:lnTo>
                <a:pt x="912295" y="374275"/>
              </a:lnTo>
            </a:path>
          </a:pathLst>
        </a:custGeom>
        <a:noFill/>
        <a:ln w="25400" cap="flat" cmpd="sng" algn="ctr">
          <a:solidFill>
            <a:schemeClr val="accent1">
              <a:shade val="80000"/>
              <a:hueOff val="0"/>
              <a:satOff val="0"/>
              <a:lumOff val="0"/>
              <a:alphaOff val="0"/>
            </a:schemeClr>
          </a:solidFill>
          <a:prstDash val="solid"/>
          <a:miter/>
        </a:ln>
        <a:effectLst/>
      </dsp:spPr>
      <dsp:style>
        <a:lnRef idx="2">
          <a:scrgbClr r="0" g="0" b="0"/>
        </a:lnRef>
        <a:fillRef idx="0">
          <a:scrgbClr r="0" g="0" b="0"/>
        </a:fillRef>
        <a:effectRef idx="0">
          <a:scrgbClr r="0" g="0" b="0"/>
        </a:effectRef>
        <a:fontRef idx="minor"/>
      </dsp:style>
    </dsp:sp>
    <dsp:sp modelId="{384663DD-D173-6941-8C5C-F06C1C89AFE9}">
      <dsp:nvSpPr>
        <dsp:cNvPr id="0" name=""/>
        <dsp:cNvSpPr/>
      </dsp:nvSpPr>
      <dsp:spPr>
        <a:xfrm>
          <a:off x="2631778" y="2619926"/>
          <a:ext cx="1403532" cy="93568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miter/>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fr-FR" sz="1600" kern="1200" dirty="0"/>
            <a:t>Score plus faible que le précédent</a:t>
          </a:r>
        </a:p>
      </dsp:txBody>
      <dsp:txXfrm>
        <a:off x="2659183" y="2647331"/>
        <a:ext cx="1348722" cy="880878"/>
      </dsp:txXfrm>
    </dsp:sp>
    <dsp:sp modelId="{D53367A7-2128-2C45-90D7-51C1F1BCF158}">
      <dsp:nvSpPr>
        <dsp:cNvPr id="0" name=""/>
        <dsp:cNvSpPr/>
      </dsp:nvSpPr>
      <dsp:spPr>
        <a:xfrm>
          <a:off x="4245840" y="935688"/>
          <a:ext cx="1824591" cy="374275"/>
        </a:xfrm>
        <a:custGeom>
          <a:avLst/>
          <a:gdLst/>
          <a:ahLst/>
          <a:cxnLst/>
          <a:rect l="0" t="0" r="0" b="0"/>
          <a:pathLst>
            <a:path>
              <a:moveTo>
                <a:pt x="0" y="0"/>
              </a:moveTo>
              <a:lnTo>
                <a:pt x="0" y="187137"/>
              </a:lnTo>
              <a:lnTo>
                <a:pt x="1824591" y="187137"/>
              </a:lnTo>
              <a:lnTo>
                <a:pt x="1824591" y="374275"/>
              </a:lnTo>
            </a:path>
          </a:pathLst>
        </a:custGeom>
        <a:noFill/>
        <a:ln w="25400" cap="flat" cmpd="sng" algn="ctr">
          <a:solidFill>
            <a:schemeClr val="accent1">
              <a:shade val="60000"/>
              <a:hueOff val="0"/>
              <a:satOff val="0"/>
              <a:lumOff val="0"/>
              <a:alphaOff val="0"/>
            </a:schemeClr>
          </a:solidFill>
          <a:prstDash val="solid"/>
          <a:miter/>
        </a:ln>
        <a:effectLst/>
      </dsp:spPr>
      <dsp:style>
        <a:lnRef idx="2">
          <a:scrgbClr r="0" g="0" b="0"/>
        </a:lnRef>
        <a:fillRef idx="0">
          <a:scrgbClr r="0" g="0" b="0"/>
        </a:fillRef>
        <a:effectRef idx="0">
          <a:scrgbClr r="0" g="0" b="0"/>
        </a:effectRef>
        <a:fontRef idx="minor"/>
      </dsp:style>
    </dsp:sp>
    <dsp:sp modelId="{493AC849-A600-DD46-B6B9-5533A0EDA4C8}">
      <dsp:nvSpPr>
        <dsp:cNvPr id="0" name=""/>
        <dsp:cNvSpPr/>
      </dsp:nvSpPr>
      <dsp:spPr>
        <a:xfrm>
          <a:off x="5368665" y="1309963"/>
          <a:ext cx="1403532" cy="93568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miter/>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fr-FR" sz="1600" kern="1200" dirty="0"/>
            <a:t>Joueur absent</a:t>
          </a:r>
        </a:p>
      </dsp:txBody>
      <dsp:txXfrm>
        <a:off x="5396070" y="1337368"/>
        <a:ext cx="1348722" cy="880878"/>
      </dsp:txXfrm>
    </dsp:sp>
    <dsp:sp modelId="{4CDCD5F8-B71F-D04C-87FC-F13F310418A4}">
      <dsp:nvSpPr>
        <dsp:cNvPr id="0" name=""/>
        <dsp:cNvSpPr/>
      </dsp:nvSpPr>
      <dsp:spPr>
        <a:xfrm>
          <a:off x="5158135" y="2245651"/>
          <a:ext cx="912295" cy="374275"/>
        </a:xfrm>
        <a:custGeom>
          <a:avLst/>
          <a:gdLst/>
          <a:ahLst/>
          <a:cxnLst/>
          <a:rect l="0" t="0" r="0" b="0"/>
          <a:pathLst>
            <a:path>
              <a:moveTo>
                <a:pt x="912295" y="0"/>
              </a:moveTo>
              <a:lnTo>
                <a:pt x="912295" y="187137"/>
              </a:lnTo>
              <a:lnTo>
                <a:pt x="0" y="187137"/>
              </a:lnTo>
              <a:lnTo>
                <a:pt x="0" y="374275"/>
              </a:lnTo>
            </a:path>
          </a:pathLst>
        </a:custGeom>
        <a:noFill/>
        <a:ln w="25400" cap="flat" cmpd="sng" algn="ctr">
          <a:solidFill>
            <a:schemeClr val="accent1">
              <a:shade val="80000"/>
              <a:hueOff val="0"/>
              <a:satOff val="0"/>
              <a:lumOff val="0"/>
              <a:alphaOff val="0"/>
            </a:schemeClr>
          </a:solidFill>
          <a:prstDash val="solid"/>
          <a:miter/>
        </a:ln>
        <a:effectLst/>
      </dsp:spPr>
      <dsp:style>
        <a:lnRef idx="2">
          <a:scrgbClr r="0" g="0" b="0"/>
        </a:lnRef>
        <a:fillRef idx="0">
          <a:scrgbClr r="0" g="0" b="0"/>
        </a:fillRef>
        <a:effectRef idx="0">
          <a:scrgbClr r="0" g="0" b="0"/>
        </a:effectRef>
        <a:fontRef idx="minor"/>
      </dsp:style>
    </dsp:sp>
    <dsp:sp modelId="{B515112C-8230-8C44-8113-403BABD74F2D}">
      <dsp:nvSpPr>
        <dsp:cNvPr id="0" name=""/>
        <dsp:cNvSpPr/>
      </dsp:nvSpPr>
      <dsp:spPr>
        <a:xfrm>
          <a:off x="4456369" y="2619926"/>
          <a:ext cx="1403532" cy="93568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miter/>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fr-FR" sz="1600" kern="1200" dirty="0"/>
            <a:t>Déjà 10 joueurs dans le classement</a:t>
          </a:r>
        </a:p>
      </dsp:txBody>
      <dsp:txXfrm>
        <a:off x="4483774" y="2647331"/>
        <a:ext cx="1348722" cy="880878"/>
      </dsp:txXfrm>
    </dsp:sp>
    <dsp:sp modelId="{FBE6A9A3-BE38-E742-AFC9-0317FF0608F2}">
      <dsp:nvSpPr>
        <dsp:cNvPr id="0" name=""/>
        <dsp:cNvSpPr/>
      </dsp:nvSpPr>
      <dsp:spPr>
        <a:xfrm>
          <a:off x="5112415" y="3555614"/>
          <a:ext cx="91440" cy="374275"/>
        </a:xfrm>
        <a:custGeom>
          <a:avLst/>
          <a:gdLst/>
          <a:ahLst/>
          <a:cxnLst/>
          <a:rect l="0" t="0" r="0" b="0"/>
          <a:pathLst>
            <a:path>
              <a:moveTo>
                <a:pt x="45720" y="0"/>
              </a:moveTo>
              <a:lnTo>
                <a:pt x="45720" y="374275"/>
              </a:lnTo>
            </a:path>
          </a:pathLst>
        </a:custGeom>
        <a:noFill/>
        <a:ln w="25400" cap="flat" cmpd="sng" algn="ctr">
          <a:solidFill>
            <a:schemeClr val="accent1">
              <a:shade val="80000"/>
              <a:hueOff val="0"/>
              <a:satOff val="0"/>
              <a:lumOff val="0"/>
              <a:alphaOff val="0"/>
            </a:schemeClr>
          </a:solidFill>
          <a:prstDash val="solid"/>
          <a:miter/>
        </a:ln>
        <a:effectLst/>
      </dsp:spPr>
      <dsp:style>
        <a:lnRef idx="2">
          <a:scrgbClr r="0" g="0" b="0"/>
        </a:lnRef>
        <a:fillRef idx="0">
          <a:scrgbClr r="0" g="0" b="0"/>
        </a:fillRef>
        <a:effectRef idx="0">
          <a:scrgbClr r="0" g="0" b="0"/>
        </a:effectRef>
        <a:fontRef idx="minor"/>
      </dsp:style>
    </dsp:sp>
    <dsp:sp modelId="{09689252-DB01-7546-AA21-3FA6B47191CE}">
      <dsp:nvSpPr>
        <dsp:cNvPr id="0" name=""/>
        <dsp:cNvSpPr/>
      </dsp:nvSpPr>
      <dsp:spPr>
        <a:xfrm>
          <a:off x="4456369" y="3929889"/>
          <a:ext cx="1403532" cy="93568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miter/>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fr-FR" sz="1600" kern="1200" dirty="0"/>
            <a:t>Supprime le dernier + la remplace QUE SI son score &gt;</a:t>
          </a:r>
        </a:p>
      </dsp:txBody>
      <dsp:txXfrm>
        <a:off x="4483774" y="3957294"/>
        <a:ext cx="1348722" cy="880878"/>
      </dsp:txXfrm>
    </dsp:sp>
    <dsp:sp modelId="{1221A9EA-5481-184F-B381-D8F20AFA5878}">
      <dsp:nvSpPr>
        <dsp:cNvPr id="0" name=""/>
        <dsp:cNvSpPr/>
      </dsp:nvSpPr>
      <dsp:spPr>
        <a:xfrm>
          <a:off x="6070431" y="2245651"/>
          <a:ext cx="912295" cy="374275"/>
        </a:xfrm>
        <a:custGeom>
          <a:avLst/>
          <a:gdLst/>
          <a:ahLst/>
          <a:cxnLst/>
          <a:rect l="0" t="0" r="0" b="0"/>
          <a:pathLst>
            <a:path>
              <a:moveTo>
                <a:pt x="0" y="0"/>
              </a:moveTo>
              <a:lnTo>
                <a:pt x="0" y="187137"/>
              </a:lnTo>
              <a:lnTo>
                <a:pt x="912295" y="187137"/>
              </a:lnTo>
              <a:lnTo>
                <a:pt x="912295" y="374275"/>
              </a:lnTo>
            </a:path>
          </a:pathLst>
        </a:custGeom>
        <a:noFill/>
        <a:ln w="25400" cap="flat" cmpd="sng" algn="ctr">
          <a:solidFill>
            <a:schemeClr val="accent1">
              <a:shade val="80000"/>
              <a:hueOff val="0"/>
              <a:satOff val="0"/>
              <a:lumOff val="0"/>
              <a:alphaOff val="0"/>
            </a:schemeClr>
          </a:solidFill>
          <a:prstDash val="solid"/>
          <a:miter/>
        </a:ln>
        <a:effectLst/>
      </dsp:spPr>
      <dsp:style>
        <a:lnRef idx="2">
          <a:scrgbClr r="0" g="0" b="0"/>
        </a:lnRef>
        <a:fillRef idx="0">
          <a:scrgbClr r="0" g="0" b="0"/>
        </a:fillRef>
        <a:effectRef idx="0">
          <a:scrgbClr r="0" g="0" b="0"/>
        </a:effectRef>
        <a:fontRef idx="minor"/>
      </dsp:style>
    </dsp:sp>
    <dsp:sp modelId="{DADD67E5-8C4C-5048-824F-2C7280563B6A}">
      <dsp:nvSpPr>
        <dsp:cNvPr id="0" name=""/>
        <dsp:cNvSpPr/>
      </dsp:nvSpPr>
      <dsp:spPr>
        <a:xfrm>
          <a:off x="6280961" y="2619926"/>
          <a:ext cx="1403532" cy="93568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miter/>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fr-FR" sz="1600" kern="1200" dirty="0"/>
            <a:t>Moins de 10 joueurs</a:t>
          </a:r>
        </a:p>
      </dsp:txBody>
      <dsp:txXfrm>
        <a:off x="6308366" y="2647331"/>
        <a:ext cx="1348722" cy="880878"/>
      </dsp:txXfrm>
    </dsp:sp>
    <dsp:sp modelId="{4021B9E1-47CF-D74B-98B9-2036CB798D63}">
      <dsp:nvSpPr>
        <dsp:cNvPr id="0" name=""/>
        <dsp:cNvSpPr/>
      </dsp:nvSpPr>
      <dsp:spPr>
        <a:xfrm>
          <a:off x="6937007" y="3555614"/>
          <a:ext cx="91440" cy="374275"/>
        </a:xfrm>
        <a:custGeom>
          <a:avLst/>
          <a:gdLst/>
          <a:ahLst/>
          <a:cxnLst/>
          <a:rect l="0" t="0" r="0" b="0"/>
          <a:pathLst>
            <a:path>
              <a:moveTo>
                <a:pt x="45720" y="0"/>
              </a:moveTo>
              <a:lnTo>
                <a:pt x="45720" y="374275"/>
              </a:lnTo>
            </a:path>
          </a:pathLst>
        </a:custGeom>
        <a:noFill/>
        <a:ln w="25400" cap="flat" cmpd="sng" algn="ctr">
          <a:solidFill>
            <a:schemeClr val="accent1">
              <a:shade val="80000"/>
              <a:hueOff val="0"/>
              <a:satOff val="0"/>
              <a:lumOff val="0"/>
              <a:alphaOff val="0"/>
            </a:schemeClr>
          </a:solidFill>
          <a:prstDash val="solid"/>
          <a:miter/>
        </a:ln>
        <a:effectLst/>
      </dsp:spPr>
      <dsp:style>
        <a:lnRef idx="2">
          <a:scrgbClr r="0" g="0" b="0"/>
        </a:lnRef>
        <a:fillRef idx="0">
          <a:scrgbClr r="0" g="0" b="0"/>
        </a:fillRef>
        <a:effectRef idx="0">
          <a:scrgbClr r="0" g="0" b="0"/>
        </a:effectRef>
        <a:fontRef idx="minor"/>
      </dsp:style>
    </dsp:sp>
    <dsp:sp modelId="{B6FA0EAF-D2C9-C74B-BF3E-6AD21448D3B1}">
      <dsp:nvSpPr>
        <dsp:cNvPr id="0" name=""/>
        <dsp:cNvSpPr/>
      </dsp:nvSpPr>
      <dsp:spPr>
        <a:xfrm>
          <a:off x="6280961" y="3929889"/>
          <a:ext cx="1403532" cy="93568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miter/>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fr-FR" sz="1600" kern="1200" dirty="0"/>
            <a:t>Mettre en dernier</a:t>
          </a:r>
        </a:p>
      </dsp:txBody>
      <dsp:txXfrm>
        <a:off x="6308366" y="3957294"/>
        <a:ext cx="1348722" cy="880878"/>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8" name="PlaceHolder 1"/>
          <p:cNvSpPr>
            <a:spLocks noGrp="1" noRot="1" noChangeAspect="1"/>
          </p:cNvSpPr>
          <p:nvPr>
            <p:ph type="sldImg"/>
          </p:nvPr>
        </p:nvSpPr>
        <p:spPr>
          <a:xfrm>
            <a:off x="216000" y="812520"/>
            <a:ext cx="7127280" cy="4008960"/>
          </a:xfrm>
          <a:prstGeom prst="rect">
            <a:avLst/>
          </a:prstGeom>
          <a:noFill/>
          <a:ln w="0">
            <a:noFill/>
          </a:ln>
        </p:spPr>
        <p:txBody>
          <a:bodyPr lIns="0" tIns="0" rIns="0" bIns="0" anchor="ctr">
            <a:noAutofit/>
          </a:bodyPr>
          <a:lstStyle/>
          <a:p>
            <a:r>
              <a:rPr lang="fr-FR" sz="1800" b="0" strike="noStrike" spc="-1">
                <a:solidFill>
                  <a:srgbClr val="000000"/>
                </a:solidFill>
                <a:latin typeface="Calibri"/>
              </a:rPr>
              <a:t>Click to move the slide</a:t>
            </a:r>
          </a:p>
        </p:txBody>
      </p:sp>
      <p:sp>
        <p:nvSpPr>
          <p:cNvPr id="119"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r>
              <a:rPr lang="fr-FR" sz="2000" b="0" strike="noStrike" spc="-1">
                <a:latin typeface="Arial"/>
              </a:rPr>
              <a:t>Click to edit the notes format</a:t>
            </a:r>
          </a:p>
        </p:txBody>
      </p:sp>
      <p:sp>
        <p:nvSpPr>
          <p:cNvPr id="120"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r>
              <a:rPr lang="fr-FR" sz="1400" b="0" strike="noStrike" spc="-1">
                <a:latin typeface="Times New Roman"/>
              </a:rPr>
              <a:t>&lt;header&gt;</a:t>
            </a:r>
          </a:p>
        </p:txBody>
      </p:sp>
      <p:sp>
        <p:nvSpPr>
          <p:cNvPr id="121" name="PlaceHolder 4"/>
          <p:cNvSpPr>
            <a:spLocks noGrp="1"/>
          </p:cNvSpPr>
          <p:nvPr>
            <p:ph type="dt" idx="4"/>
          </p:nvPr>
        </p:nvSpPr>
        <p:spPr>
          <a:xfrm>
            <a:off x="4278960" y="0"/>
            <a:ext cx="3280680" cy="534240"/>
          </a:xfrm>
          <a:prstGeom prst="rect">
            <a:avLst/>
          </a:prstGeom>
          <a:noFill/>
          <a:ln w="0">
            <a:noFill/>
          </a:ln>
        </p:spPr>
        <p:txBody>
          <a:bodyPr lIns="0" tIns="0" rIns="0" bIns="0" anchor="t">
            <a:noAutofit/>
          </a:bodyPr>
          <a:lstStyle>
            <a:lvl1pPr algn="r">
              <a:buNone/>
              <a:defRPr lang="fr-FR" sz="1400" b="0" strike="noStrike" spc="-1">
                <a:latin typeface="Times New Roman"/>
              </a:defRPr>
            </a:lvl1pPr>
          </a:lstStyle>
          <a:p>
            <a:pPr algn="r">
              <a:buNone/>
            </a:pPr>
            <a:r>
              <a:rPr lang="fr-FR" sz="1400" b="0" strike="noStrike" spc="-1">
                <a:latin typeface="Times New Roman"/>
              </a:rPr>
              <a:t>&lt;date/time&gt;</a:t>
            </a:r>
          </a:p>
        </p:txBody>
      </p:sp>
      <p:sp>
        <p:nvSpPr>
          <p:cNvPr id="122" name="PlaceHolder 5"/>
          <p:cNvSpPr>
            <a:spLocks noGrp="1"/>
          </p:cNvSpPr>
          <p:nvPr>
            <p:ph type="ftr" idx="5"/>
          </p:nvPr>
        </p:nvSpPr>
        <p:spPr>
          <a:xfrm>
            <a:off x="0" y="10157400"/>
            <a:ext cx="3280680" cy="534240"/>
          </a:xfrm>
          <a:prstGeom prst="rect">
            <a:avLst/>
          </a:prstGeom>
          <a:noFill/>
          <a:ln w="0">
            <a:noFill/>
          </a:ln>
        </p:spPr>
        <p:txBody>
          <a:bodyPr lIns="0" tIns="0" rIns="0" bIns="0" anchor="b">
            <a:noAutofit/>
          </a:bodyPr>
          <a:lstStyle>
            <a:lvl1pPr>
              <a:defRPr lang="fr-FR" sz="1400" b="0" strike="noStrike" spc="-1">
                <a:latin typeface="Times New Roman"/>
              </a:defRPr>
            </a:lvl1pPr>
          </a:lstStyle>
          <a:p>
            <a:r>
              <a:rPr lang="fr-FR" sz="1400" b="0" strike="noStrike" spc="-1">
                <a:latin typeface="Times New Roman"/>
              </a:rPr>
              <a:t>&lt;footer&gt;</a:t>
            </a:r>
          </a:p>
        </p:txBody>
      </p:sp>
      <p:sp>
        <p:nvSpPr>
          <p:cNvPr id="123" name="PlaceHolder 6"/>
          <p:cNvSpPr>
            <a:spLocks noGrp="1"/>
          </p:cNvSpPr>
          <p:nvPr>
            <p:ph type="sldNum" idx="6"/>
          </p:nvPr>
        </p:nvSpPr>
        <p:spPr>
          <a:xfrm>
            <a:off x="4278960" y="10157400"/>
            <a:ext cx="3280680" cy="534240"/>
          </a:xfrm>
          <a:prstGeom prst="rect">
            <a:avLst/>
          </a:prstGeom>
          <a:noFill/>
          <a:ln w="0">
            <a:noFill/>
          </a:ln>
        </p:spPr>
        <p:txBody>
          <a:bodyPr lIns="0" tIns="0" rIns="0" bIns="0" anchor="b">
            <a:noAutofit/>
          </a:bodyPr>
          <a:lstStyle>
            <a:lvl1pPr algn="r">
              <a:buNone/>
              <a:defRPr lang="fr-FR" sz="1400" b="0" strike="noStrike" spc="-1">
                <a:latin typeface="Times New Roman"/>
              </a:defRPr>
            </a:lvl1pPr>
          </a:lstStyle>
          <a:p>
            <a:pPr algn="r">
              <a:buNone/>
            </a:pPr>
            <a:fld id="{67156726-8757-4A65-9694-E039EED19216}" type="slidenum">
              <a:rPr lang="fr-FR" sz="1400" b="0" strike="noStrike" spc="-1">
                <a:latin typeface="Times New Roman"/>
              </a:rPr>
              <a:t>‹N°›</a:t>
            </a:fld>
            <a:endParaRPr lang="fr-FR" sz="1400" b="0" strike="noStrike" spc="-1">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 name="PlaceHolder 1"/>
          <p:cNvSpPr>
            <a:spLocks noGrp="1" noRot="1" noChangeAspect="1"/>
          </p:cNvSpPr>
          <p:nvPr>
            <p:ph type="sldImg"/>
          </p:nvPr>
        </p:nvSpPr>
        <p:spPr>
          <a:xfrm>
            <a:off x="685800" y="1143000"/>
            <a:ext cx="5486400" cy="3086100"/>
          </a:xfrm>
          <a:prstGeom prst="rect">
            <a:avLst/>
          </a:prstGeom>
          <a:ln w="0">
            <a:noFill/>
          </a:ln>
        </p:spPr>
      </p:sp>
      <p:sp>
        <p:nvSpPr>
          <p:cNvPr id="315" name="PlaceHolder 2"/>
          <p:cNvSpPr>
            <a:spLocks noGrp="1"/>
          </p:cNvSpPr>
          <p:nvPr>
            <p:ph type="body"/>
          </p:nvPr>
        </p:nvSpPr>
        <p:spPr>
          <a:xfrm>
            <a:off x="685800" y="4400640"/>
            <a:ext cx="5486040" cy="3600000"/>
          </a:xfrm>
          <a:prstGeom prst="rect">
            <a:avLst/>
          </a:prstGeom>
          <a:noFill/>
          <a:ln w="0">
            <a:noFill/>
          </a:ln>
        </p:spPr>
        <p:txBody>
          <a:bodyPr anchor="t">
            <a:noAutofit/>
          </a:bodyPr>
          <a:lstStyle/>
          <a:p>
            <a:pPr marL="216000" indent="-216000">
              <a:lnSpc>
                <a:spcPct val="100000"/>
              </a:lnSpc>
              <a:buNone/>
            </a:pPr>
            <a:r>
              <a:rPr lang="fr-FR" sz="2000" b="0" strike="noStrike" spc="-1">
                <a:latin typeface="Arial"/>
              </a:rPr>
              <a:t>Thank you for joining this session</a:t>
            </a:r>
          </a:p>
          <a:p>
            <a:pPr marL="216000" indent="-216000">
              <a:lnSpc>
                <a:spcPct val="100000"/>
              </a:lnSpc>
              <a:buNone/>
            </a:pPr>
            <a:r>
              <a:rPr lang="fr-FR" sz="2000" b="0" strike="noStrike" spc="-1">
                <a:latin typeface="Arial"/>
              </a:rPr>
              <a:t>Thank you to dataMind for having us today</a:t>
            </a:r>
          </a:p>
          <a:p>
            <a:pPr marL="216000" indent="-216000">
              <a:lnSpc>
                <a:spcPct val="100000"/>
              </a:lnSpc>
              <a:buNone/>
            </a:pPr>
            <a:r>
              <a:rPr lang="fr-FR" sz="2000" b="0" strike="noStrike" spc="-1">
                <a:latin typeface="Arial"/>
              </a:rPr>
              <a:t>Presentation</a:t>
            </a:r>
          </a:p>
        </p:txBody>
      </p:sp>
      <p:sp>
        <p:nvSpPr>
          <p:cNvPr id="316" name="PlaceHolder 3"/>
          <p:cNvSpPr>
            <a:spLocks noGrp="1"/>
          </p:cNvSpPr>
          <p:nvPr>
            <p:ph type="sldNum" idx="7"/>
          </p:nvPr>
        </p:nvSpPr>
        <p:spPr>
          <a:xfrm>
            <a:off x="3884760" y="8685360"/>
            <a:ext cx="2971440" cy="458280"/>
          </a:xfrm>
          <a:prstGeom prst="rect">
            <a:avLst/>
          </a:prstGeom>
          <a:noFill/>
          <a:ln w="0">
            <a:noFill/>
          </a:ln>
        </p:spPr>
        <p:txBody>
          <a:bodyPr anchor="b">
            <a:noAutofit/>
          </a:bodyPr>
          <a:lstStyle>
            <a:lvl1pPr algn="r">
              <a:lnSpc>
                <a:spcPct val="100000"/>
              </a:lnSpc>
              <a:buNone/>
              <a:defRPr lang="fr-FR" sz="1200" b="0" strike="noStrike" spc="-1">
                <a:latin typeface="Times New Roman"/>
              </a:defRPr>
            </a:lvl1pPr>
          </a:lstStyle>
          <a:p>
            <a:pPr algn="r">
              <a:lnSpc>
                <a:spcPct val="100000"/>
              </a:lnSpc>
              <a:buNone/>
            </a:pPr>
            <a:fld id="{59578CDC-3023-422F-989E-BF39CE5C6261}" type="slidenum">
              <a:rPr lang="fr-FR" sz="1200" b="0" strike="noStrike" spc="-1">
                <a:latin typeface="Times New Roman"/>
              </a:rPr>
              <a:t>1</a:t>
            </a:fld>
            <a:endParaRPr lang="fr-FR" sz="1200" b="0" strike="noStrike" spc="-1">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 name="PlaceHolder 1"/>
          <p:cNvSpPr>
            <a:spLocks noGrp="1" noRot="1" noChangeAspect="1"/>
          </p:cNvSpPr>
          <p:nvPr>
            <p:ph type="sldImg"/>
          </p:nvPr>
        </p:nvSpPr>
        <p:spPr>
          <a:xfrm>
            <a:off x="685800" y="1143000"/>
            <a:ext cx="5486040" cy="3085920"/>
          </a:xfrm>
          <a:prstGeom prst="rect">
            <a:avLst/>
          </a:prstGeom>
          <a:ln w="0">
            <a:noFill/>
          </a:ln>
        </p:spPr>
      </p:sp>
      <p:sp>
        <p:nvSpPr>
          <p:cNvPr id="318" name="PlaceHolder 2"/>
          <p:cNvSpPr>
            <a:spLocks noGrp="1"/>
          </p:cNvSpPr>
          <p:nvPr>
            <p:ph type="body"/>
          </p:nvPr>
        </p:nvSpPr>
        <p:spPr>
          <a:xfrm>
            <a:off x="685800" y="4400640"/>
            <a:ext cx="5486040" cy="3600000"/>
          </a:xfrm>
          <a:prstGeom prst="rect">
            <a:avLst/>
          </a:prstGeom>
          <a:noFill/>
          <a:ln w="0">
            <a:noFill/>
          </a:ln>
        </p:spPr>
        <p:txBody>
          <a:bodyPr anchor="t">
            <a:noAutofit/>
          </a:bodyPr>
          <a:lstStyle/>
          <a:p>
            <a:endParaRPr lang="fr-FR" sz="2000" b="0" strike="noStrike" spc="-1">
              <a:latin typeface="Arial"/>
            </a:endParaRPr>
          </a:p>
        </p:txBody>
      </p:sp>
      <p:sp>
        <p:nvSpPr>
          <p:cNvPr id="319" name="PlaceHolder 3"/>
          <p:cNvSpPr>
            <a:spLocks noGrp="1"/>
          </p:cNvSpPr>
          <p:nvPr>
            <p:ph type="sldNum" idx="8"/>
          </p:nvPr>
        </p:nvSpPr>
        <p:spPr>
          <a:xfrm>
            <a:off x="3884760" y="8685360"/>
            <a:ext cx="2971440" cy="458280"/>
          </a:xfrm>
          <a:prstGeom prst="rect">
            <a:avLst/>
          </a:prstGeom>
          <a:noFill/>
          <a:ln w="0">
            <a:noFill/>
          </a:ln>
        </p:spPr>
        <p:txBody>
          <a:bodyPr anchor="b">
            <a:noAutofit/>
          </a:bodyPr>
          <a:lstStyle>
            <a:lvl1pPr algn="r">
              <a:lnSpc>
                <a:spcPct val="100000"/>
              </a:lnSpc>
              <a:buNone/>
              <a:defRPr lang="fr-FR" sz="1200" b="0" strike="noStrike" spc="-1">
                <a:latin typeface="Times New Roman"/>
              </a:defRPr>
            </a:lvl1pPr>
          </a:lstStyle>
          <a:p>
            <a:pPr algn="r">
              <a:lnSpc>
                <a:spcPct val="100000"/>
              </a:lnSpc>
              <a:buNone/>
            </a:pPr>
            <a:fld id="{A2754E82-1240-42B1-8CB4-C81EEB6B3A66}" type="slidenum">
              <a:rPr lang="fr-FR" sz="1200" b="0" strike="noStrike" spc="-1">
                <a:latin typeface="Times New Roman"/>
              </a:rPr>
              <a:t>2</a:t>
            </a:fld>
            <a:endParaRPr lang="fr-FR" sz="1200" b="0" strike="noStrike" spc="-1">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 name="PlaceHolder 1"/>
          <p:cNvSpPr>
            <a:spLocks noGrp="1" noRot="1" noChangeAspect="1"/>
          </p:cNvSpPr>
          <p:nvPr>
            <p:ph type="sldImg"/>
          </p:nvPr>
        </p:nvSpPr>
        <p:spPr>
          <a:xfrm>
            <a:off x="685800" y="1143000"/>
            <a:ext cx="5486040" cy="3085920"/>
          </a:xfrm>
          <a:prstGeom prst="rect">
            <a:avLst/>
          </a:prstGeom>
          <a:ln w="0">
            <a:noFill/>
          </a:ln>
        </p:spPr>
      </p:sp>
      <p:sp>
        <p:nvSpPr>
          <p:cNvPr id="321" name="PlaceHolder 2"/>
          <p:cNvSpPr>
            <a:spLocks noGrp="1"/>
          </p:cNvSpPr>
          <p:nvPr>
            <p:ph type="body"/>
          </p:nvPr>
        </p:nvSpPr>
        <p:spPr>
          <a:xfrm>
            <a:off x="685800" y="4400640"/>
            <a:ext cx="5486040" cy="3600000"/>
          </a:xfrm>
          <a:prstGeom prst="rect">
            <a:avLst/>
          </a:prstGeom>
          <a:noFill/>
          <a:ln w="0">
            <a:noFill/>
          </a:ln>
        </p:spPr>
        <p:txBody>
          <a:bodyPr anchor="t">
            <a:noAutofit/>
          </a:bodyPr>
          <a:lstStyle/>
          <a:p>
            <a:pPr marL="216000" indent="-216000">
              <a:lnSpc>
                <a:spcPct val="100000"/>
              </a:lnSpc>
              <a:buNone/>
            </a:pPr>
            <a:r>
              <a:rPr lang="fr-FR" sz="2000" b="0" strike="noStrike" spc="-1">
                <a:latin typeface="Arial"/>
              </a:rPr>
              <a:t>Data platform started in 2017</a:t>
            </a:r>
          </a:p>
          <a:p>
            <a:pPr marL="216000" indent="-216000">
              <a:lnSpc>
                <a:spcPct val="100000"/>
              </a:lnSpc>
              <a:buNone/>
            </a:pPr>
            <a:r>
              <a:rPr lang="fr-FR" sz="2000" b="0" strike="noStrike" spc="-1">
                <a:latin typeface="Arial"/>
              </a:rPr>
              <a:t>State of the art Modern data warehouse architecture in data mesh relying on multiple data products</a:t>
            </a:r>
          </a:p>
        </p:txBody>
      </p:sp>
      <p:sp>
        <p:nvSpPr>
          <p:cNvPr id="322" name="PlaceHolder 3"/>
          <p:cNvSpPr>
            <a:spLocks noGrp="1"/>
          </p:cNvSpPr>
          <p:nvPr>
            <p:ph type="sldNum" idx="9"/>
          </p:nvPr>
        </p:nvSpPr>
        <p:spPr>
          <a:xfrm>
            <a:off x="3884760" y="8685360"/>
            <a:ext cx="2971440" cy="458280"/>
          </a:xfrm>
          <a:prstGeom prst="rect">
            <a:avLst/>
          </a:prstGeom>
          <a:noFill/>
          <a:ln w="0">
            <a:noFill/>
          </a:ln>
        </p:spPr>
        <p:txBody>
          <a:bodyPr anchor="b">
            <a:noAutofit/>
          </a:bodyPr>
          <a:lstStyle>
            <a:lvl1pPr algn="r">
              <a:lnSpc>
                <a:spcPct val="100000"/>
              </a:lnSpc>
              <a:buNone/>
              <a:defRPr lang="fr-FR" sz="1200" b="0" strike="noStrike" spc="-1">
                <a:latin typeface="Times New Roman"/>
              </a:defRPr>
            </a:lvl1pPr>
          </a:lstStyle>
          <a:p>
            <a:pPr algn="r">
              <a:lnSpc>
                <a:spcPct val="100000"/>
              </a:lnSpc>
              <a:buNone/>
            </a:pPr>
            <a:fld id="{A5387ACF-25F8-4FCC-A8E1-66CADA782E14}" type="slidenum">
              <a:rPr lang="fr-FR" sz="1200" b="0" strike="noStrike" spc="-1">
                <a:latin typeface="Times New Roman"/>
              </a:rPr>
              <a:t>4</a:t>
            </a:fld>
            <a:endParaRPr lang="fr-FR" sz="1200" b="0" strike="noStrike" spc="-1">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3" name="PlaceHolder 1"/>
          <p:cNvSpPr>
            <a:spLocks noGrp="1" noRot="1" noChangeAspect="1"/>
          </p:cNvSpPr>
          <p:nvPr>
            <p:ph type="sldImg"/>
          </p:nvPr>
        </p:nvSpPr>
        <p:spPr>
          <a:xfrm>
            <a:off x="685800" y="1143000"/>
            <a:ext cx="5486040" cy="3085920"/>
          </a:xfrm>
          <a:prstGeom prst="rect">
            <a:avLst/>
          </a:prstGeom>
          <a:ln w="0">
            <a:noFill/>
          </a:ln>
        </p:spPr>
      </p:sp>
      <p:sp>
        <p:nvSpPr>
          <p:cNvPr id="324" name="PlaceHolder 2"/>
          <p:cNvSpPr>
            <a:spLocks noGrp="1"/>
          </p:cNvSpPr>
          <p:nvPr>
            <p:ph type="body"/>
          </p:nvPr>
        </p:nvSpPr>
        <p:spPr>
          <a:xfrm>
            <a:off x="685800" y="4400640"/>
            <a:ext cx="5486040" cy="3600000"/>
          </a:xfrm>
          <a:prstGeom prst="rect">
            <a:avLst/>
          </a:prstGeom>
          <a:noFill/>
          <a:ln w="0">
            <a:noFill/>
          </a:ln>
        </p:spPr>
        <p:txBody>
          <a:bodyPr anchor="t">
            <a:noAutofit/>
          </a:bodyPr>
          <a:lstStyle/>
          <a:p>
            <a:endParaRPr lang="fr-FR" sz="2000" b="0" strike="noStrike" spc="-1">
              <a:latin typeface="Arial"/>
            </a:endParaRPr>
          </a:p>
        </p:txBody>
      </p:sp>
      <p:sp>
        <p:nvSpPr>
          <p:cNvPr id="325" name="PlaceHolder 3"/>
          <p:cNvSpPr>
            <a:spLocks noGrp="1"/>
          </p:cNvSpPr>
          <p:nvPr>
            <p:ph type="sldNum" idx="10"/>
          </p:nvPr>
        </p:nvSpPr>
        <p:spPr>
          <a:xfrm>
            <a:off x="3884760" y="8685360"/>
            <a:ext cx="2971440" cy="458280"/>
          </a:xfrm>
          <a:prstGeom prst="rect">
            <a:avLst/>
          </a:prstGeom>
          <a:noFill/>
          <a:ln w="0">
            <a:noFill/>
          </a:ln>
        </p:spPr>
        <p:txBody>
          <a:bodyPr anchor="b">
            <a:noAutofit/>
          </a:bodyPr>
          <a:lstStyle>
            <a:lvl1pPr algn="r">
              <a:lnSpc>
                <a:spcPct val="100000"/>
              </a:lnSpc>
              <a:buNone/>
              <a:defRPr lang="fr-FR" sz="1200" b="0" strike="noStrike" spc="-1">
                <a:latin typeface="Times New Roman"/>
              </a:defRPr>
            </a:lvl1pPr>
          </a:lstStyle>
          <a:p>
            <a:pPr algn="r">
              <a:lnSpc>
                <a:spcPct val="100000"/>
              </a:lnSpc>
              <a:buNone/>
            </a:pPr>
            <a:fld id="{62251365-3DEA-49BA-8371-5F7CA30819F3}" type="slidenum">
              <a:rPr lang="fr-FR" sz="1200" b="0" strike="noStrike" spc="-1">
                <a:latin typeface="Times New Roman"/>
              </a:rPr>
              <a:t>5</a:t>
            </a:fld>
            <a:endParaRPr lang="fr-FR" sz="1200" b="0" strike="noStrike" spc="-1">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 name="PlaceHolder 1"/>
          <p:cNvSpPr>
            <a:spLocks noGrp="1" noRot="1" noChangeAspect="1"/>
          </p:cNvSpPr>
          <p:nvPr>
            <p:ph type="sldImg"/>
          </p:nvPr>
        </p:nvSpPr>
        <p:spPr>
          <a:xfrm>
            <a:off x="685800" y="1143000"/>
            <a:ext cx="5486040" cy="3085920"/>
          </a:xfrm>
          <a:prstGeom prst="rect">
            <a:avLst/>
          </a:prstGeom>
          <a:ln w="0">
            <a:noFill/>
          </a:ln>
        </p:spPr>
      </p:sp>
      <p:sp>
        <p:nvSpPr>
          <p:cNvPr id="327" name="PlaceHolder 2"/>
          <p:cNvSpPr>
            <a:spLocks noGrp="1"/>
          </p:cNvSpPr>
          <p:nvPr>
            <p:ph type="body"/>
          </p:nvPr>
        </p:nvSpPr>
        <p:spPr>
          <a:xfrm>
            <a:off x="685800" y="4400640"/>
            <a:ext cx="5486040" cy="3600000"/>
          </a:xfrm>
          <a:prstGeom prst="rect">
            <a:avLst/>
          </a:prstGeom>
          <a:noFill/>
          <a:ln w="0">
            <a:noFill/>
          </a:ln>
        </p:spPr>
        <p:txBody>
          <a:bodyPr anchor="t">
            <a:noAutofit/>
          </a:bodyPr>
          <a:lstStyle/>
          <a:p>
            <a:endParaRPr lang="fr-FR" sz="2000" b="0" strike="noStrike" spc="-1">
              <a:latin typeface="Arial"/>
            </a:endParaRPr>
          </a:p>
        </p:txBody>
      </p:sp>
      <p:sp>
        <p:nvSpPr>
          <p:cNvPr id="328" name="PlaceHolder 3"/>
          <p:cNvSpPr>
            <a:spLocks noGrp="1"/>
          </p:cNvSpPr>
          <p:nvPr>
            <p:ph type="sldNum" idx="11"/>
          </p:nvPr>
        </p:nvSpPr>
        <p:spPr>
          <a:xfrm>
            <a:off x="3884760" y="8685360"/>
            <a:ext cx="2971440" cy="458280"/>
          </a:xfrm>
          <a:prstGeom prst="rect">
            <a:avLst/>
          </a:prstGeom>
          <a:noFill/>
          <a:ln w="0">
            <a:noFill/>
          </a:ln>
        </p:spPr>
        <p:txBody>
          <a:bodyPr anchor="b">
            <a:noAutofit/>
          </a:bodyPr>
          <a:lstStyle>
            <a:lvl1pPr algn="r">
              <a:lnSpc>
                <a:spcPct val="100000"/>
              </a:lnSpc>
              <a:buNone/>
              <a:defRPr lang="fr-FR" sz="1200" b="0" strike="noStrike" spc="-1">
                <a:latin typeface="Times New Roman"/>
              </a:defRPr>
            </a:lvl1pPr>
          </a:lstStyle>
          <a:p>
            <a:pPr algn="r">
              <a:lnSpc>
                <a:spcPct val="100000"/>
              </a:lnSpc>
              <a:buNone/>
            </a:pPr>
            <a:fld id="{C392D81F-9816-44F4-81C3-E0EDED02F74E}" type="slidenum">
              <a:rPr lang="fr-FR" sz="1200" b="0" strike="noStrike" spc="-1">
                <a:latin typeface="Times New Roman"/>
              </a:rPr>
              <a:t>7</a:t>
            </a:fld>
            <a:endParaRPr lang="fr-FR" sz="1200" b="0" strike="noStrike" spc="-1">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 name="PlaceHolder 1"/>
          <p:cNvSpPr>
            <a:spLocks noGrp="1" noRot="1" noChangeAspect="1"/>
          </p:cNvSpPr>
          <p:nvPr>
            <p:ph type="sldImg"/>
          </p:nvPr>
        </p:nvSpPr>
        <p:spPr>
          <a:xfrm>
            <a:off x="685800" y="1143000"/>
            <a:ext cx="5486400" cy="3086100"/>
          </a:xfrm>
          <a:prstGeom prst="rect">
            <a:avLst/>
          </a:prstGeom>
          <a:ln w="0">
            <a:noFill/>
          </a:ln>
        </p:spPr>
      </p:sp>
      <p:sp>
        <p:nvSpPr>
          <p:cNvPr id="330" name="PlaceHolder 2"/>
          <p:cNvSpPr>
            <a:spLocks noGrp="1"/>
          </p:cNvSpPr>
          <p:nvPr>
            <p:ph type="body"/>
          </p:nvPr>
        </p:nvSpPr>
        <p:spPr>
          <a:xfrm>
            <a:off x="685800" y="4400640"/>
            <a:ext cx="5486040" cy="3600000"/>
          </a:xfrm>
          <a:prstGeom prst="rect">
            <a:avLst/>
          </a:prstGeom>
          <a:noFill/>
          <a:ln w="0">
            <a:noFill/>
          </a:ln>
        </p:spPr>
        <p:txBody>
          <a:bodyPr anchor="t">
            <a:noAutofit/>
          </a:bodyPr>
          <a:lstStyle/>
          <a:p>
            <a:endParaRPr lang="fr-FR" sz="2000" b="0" strike="noStrike" spc="-1">
              <a:latin typeface="Arial"/>
            </a:endParaRPr>
          </a:p>
        </p:txBody>
      </p:sp>
      <p:sp>
        <p:nvSpPr>
          <p:cNvPr id="331" name="PlaceHolder 3"/>
          <p:cNvSpPr>
            <a:spLocks noGrp="1"/>
          </p:cNvSpPr>
          <p:nvPr>
            <p:ph type="sldNum" idx="12"/>
          </p:nvPr>
        </p:nvSpPr>
        <p:spPr>
          <a:xfrm>
            <a:off x="3884760" y="8685360"/>
            <a:ext cx="2971440" cy="458280"/>
          </a:xfrm>
          <a:prstGeom prst="rect">
            <a:avLst/>
          </a:prstGeom>
          <a:noFill/>
          <a:ln w="0">
            <a:noFill/>
          </a:ln>
        </p:spPr>
        <p:txBody>
          <a:bodyPr anchor="b">
            <a:noAutofit/>
          </a:bodyPr>
          <a:lstStyle>
            <a:lvl1pPr algn="r">
              <a:lnSpc>
                <a:spcPct val="100000"/>
              </a:lnSpc>
              <a:buNone/>
              <a:defRPr lang="fr-FR" sz="1200" b="0" strike="noStrike" spc="-1">
                <a:latin typeface="Times New Roman"/>
              </a:defRPr>
            </a:lvl1pPr>
          </a:lstStyle>
          <a:p>
            <a:pPr algn="r">
              <a:lnSpc>
                <a:spcPct val="100000"/>
              </a:lnSpc>
              <a:buNone/>
            </a:pPr>
            <a:fld id="{D3355B17-232B-4B5D-8E02-334B0BE656FA}" type="slidenum">
              <a:rPr lang="fr-FR" sz="1200" b="0" strike="noStrike" spc="-1">
                <a:latin typeface="Times New Roman"/>
              </a:rPr>
              <a:t>16</a:t>
            </a:fld>
            <a:endParaRPr lang="fr-FR" sz="1200" b="0" strike="noStrike" spc="-1">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2" name="PlaceHolder 1"/>
          <p:cNvSpPr>
            <a:spLocks noGrp="1" noRot="1" noChangeAspect="1"/>
          </p:cNvSpPr>
          <p:nvPr>
            <p:ph type="sldImg"/>
          </p:nvPr>
        </p:nvSpPr>
        <p:spPr>
          <a:xfrm>
            <a:off x="685800" y="1143000"/>
            <a:ext cx="5486040" cy="3085920"/>
          </a:xfrm>
          <a:prstGeom prst="rect">
            <a:avLst/>
          </a:prstGeom>
          <a:ln w="0">
            <a:noFill/>
          </a:ln>
        </p:spPr>
      </p:sp>
      <p:sp>
        <p:nvSpPr>
          <p:cNvPr id="333" name="PlaceHolder 2"/>
          <p:cNvSpPr>
            <a:spLocks noGrp="1"/>
          </p:cNvSpPr>
          <p:nvPr>
            <p:ph type="body"/>
          </p:nvPr>
        </p:nvSpPr>
        <p:spPr>
          <a:xfrm>
            <a:off x="685800" y="4400640"/>
            <a:ext cx="5486040" cy="3600000"/>
          </a:xfrm>
          <a:prstGeom prst="rect">
            <a:avLst/>
          </a:prstGeom>
          <a:noFill/>
          <a:ln w="0">
            <a:noFill/>
          </a:ln>
        </p:spPr>
        <p:txBody>
          <a:bodyPr anchor="t">
            <a:noAutofit/>
          </a:bodyPr>
          <a:lstStyle/>
          <a:p>
            <a:endParaRPr lang="fr-FR" sz="2000" b="0" strike="noStrike" spc="-1">
              <a:latin typeface="Arial"/>
            </a:endParaRPr>
          </a:p>
        </p:txBody>
      </p:sp>
      <p:sp>
        <p:nvSpPr>
          <p:cNvPr id="334" name="PlaceHolder 3"/>
          <p:cNvSpPr>
            <a:spLocks noGrp="1"/>
          </p:cNvSpPr>
          <p:nvPr>
            <p:ph type="sldNum" idx="13"/>
          </p:nvPr>
        </p:nvSpPr>
        <p:spPr>
          <a:xfrm>
            <a:off x="3884760" y="8685360"/>
            <a:ext cx="2971440" cy="458280"/>
          </a:xfrm>
          <a:prstGeom prst="rect">
            <a:avLst/>
          </a:prstGeom>
          <a:noFill/>
          <a:ln w="0">
            <a:noFill/>
          </a:ln>
        </p:spPr>
        <p:txBody>
          <a:bodyPr anchor="b">
            <a:noAutofit/>
          </a:bodyPr>
          <a:lstStyle>
            <a:lvl1pPr algn="r">
              <a:lnSpc>
                <a:spcPct val="100000"/>
              </a:lnSpc>
              <a:buNone/>
              <a:defRPr lang="fr-FR" sz="1200" b="0" strike="noStrike" spc="-1">
                <a:latin typeface="Times New Roman"/>
              </a:defRPr>
            </a:lvl1pPr>
          </a:lstStyle>
          <a:p>
            <a:pPr algn="r">
              <a:lnSpc>
                <a:spcPct val="100000"/>
              </a:lnSpc>
              <a:buNone/>
            </a:pPr>
            <a:fld id="{A49BEAE5-231D-4FF8-951C-6A88B2261DC4}" type="slidenum">
              <a:rPr lang="fr-FR" sz="1200" b="0" strike="noStrike" spc="-1">
                <a:latin typeface="Times New Roman"/>
              </a:rPr>
              <a:t>20</a:t>
            </a:fld>
            <a:endParaRPr lang="fr-FR" sz="1200" b="0" strike="noStrike" spc="-1">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5" name="PlaceHolder 1"/>
          <p:cNvSpPr>
            <a:spLocks noGrp="1" noRot="1" noChangeAspect="1"/>
          </p:cNvSpPr>
          <p:nvPr>
            <p:ph type="sldImg"/>
          </p:nvPr>
        </p:nvSpPr>
        <p:spPr>
          <a:xfrm>
            <a:off x="685800" y="1143000"/>
            <a:ext cx="5486040" cy="3085920"/>
          </a:xfrm>
          <a:prstGeom prst="rect">
            <a:avLst/>
          </a:prstGeom>
          <a:ln w="0">
            <a:noFill/>
          </a:ln>
        </p:spPr>
      </p:sp>
      <p:sp>
        <p:nvSpPr>
          <p:cNvPr id="336" name="PlaceHolder 2"/>
          <p:cNvSpPr>
            <a:spLocks noGrp="1"/>
          </p:cNvSpPr>
          <p:nvPr>
            <p:ph type="body"/>
          </p:nvPr>
        </p:nvSpPr>
        <p:spPr>
          <a:xfrm>
            <a:off x="685800" y="4400640"/>
            <a:ext cx="5486040" cy="3600000"/>
          </a:xfrm>
          <a:prstGeom prst="rect">
            <a:avLst/>
          </a:prstGeom>
          <a:noFill/>
          <a:ln w="0">
            <a:noFill/>
          </a:ln>
        </p:spPr>
        <p:txBody>
          <a:bodyPr anchor="t">
            <a:noAutofit/>
          </a:bodyPr>
          <a:lstStyle/>
          <a:p>
            <a:endParaRPr lang="fr-FR" sz="2000" b="0" strike="noStrike" spc="-1">
              <a:latin typeface="Arial"/>
            </a:endParaRPr>
          </a:p>
        </p:txBody>
      </p:sp>
      <p:sp>
        <p:nvSpPr>
          <p:cNvPr id="337" name="PlaceHolder 3"/>
          <p:cNvSpPr>
            <a:spLocks noGrp="1"/>
          </p:cNvSpPr>
          <p:nvPr>
            <p:ph type="sldNum" idx="14"/>
          </p:nvPr>
        </p:nvSpPr>
        <p:spPr>
          <a:xfrm>
            <a:off x="3884760" y="8685360"/>
            <a:ext cx="2971440" cy="458280"/>
          </a:xfrm>
          <a:prstGeom prst="rect">
            <a:avLst/>
          </a:prstGeom>
          <a:noFill/>
          <a:ln w="0">
            <a:noFill/>
          </a:ln>
        </p:spPr>
        <p:txBody>
          <a:bodyPr anchor="b">
            <a:noAutofit/>
          </a:bodyPr>
          <a:lstStyle>
            <a:lvl1pPr algn="r">
              <a:lnSpc>
                <a:spcPct val="100000"/>
              </a:lnSpc>
              <a:buNone/>
              <a:defRPr lang="fr-FR" sz="1200" b="0" strike="noStrike" spc="-1">
                <a:latin typeface="Times New Roman"/>
              </a:defRPr>
            </a:lvl1pPr>
          </a:lstStyle>
          <a:p>
            <a:pPr algn="r">
              <a:lnSpc>
                <a:spcPct val="100000"/>
              </a:lnSpc>
              <a:buNone/>
            </a:pPr>
            <a:fld id="{F3C7AD76-79DA-4199-844B-14AB34BFBB35}" type="slidenum">
              <a:rPr lang="fr-FR" sz="1200" b="0" strike="noStrike" spc="-1">
                <a:latin typeface="Times New Roman"/>
              </a:rPr>
              <a:t>22</a:t>
            </a:fld>
            <a:endParaRPr lang="fr-FR" sz="1200" b="0" strike="noStrike" spc="-1">
              <a:latin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 name="PlaceHolder 1"/>
          <p:cNvSpPr>
            <a:spLocks noGrp="1" noRot="1" noChangeAspect="1"/>
          </p:cNvSpPr>
          <p:nvPr>
            <p:ph type="sldImg"/>
          </p:nvPr>
        </p:nvSpPr>
        <p:spPr>
          <a:xfrm>
            <a:off x="685800" y="1143000"/>
            <a:ext cx="5486040" cy="3085920"/>
          </a:xfrm>
          <a:prstGeom prst="rect">
            <a:avLst/>
          </a:prstGeom>
          <a:ln w="0">
            <a:noFill/>
          </a:ln>
        </p:spPr>
      </p:sp>
      <p:sp>
        <p:nvSpPr>
          <p:cNvPr id="339" name="PlaceHolder 2"/>
          <p:cNvSpPr>
            <a:spLocks noGrp="1"/>
          </p:cNvSpPr>
          <p:nvPr>
            <p:ph type="body"/>
          </p:nvPr>
        </p:nvSpPr>
        <p:spPr>
          <a:xfrm>
            <a:off x="685800" y="4400640"/>
            <a:ext cx="5486040" cy="3600000"/>
          </a:xfrm>
          <a:prstGeom prst="rect">
            <a:avLst/>
          </a:prstGeom>
          <a:noFill/>
          <a:ln w="0">
            <a:noFill/>
          </a:ln>
        </p:spPr>
        <p:txBody>
          <a:bodyPr anchor="t">
            <a:noAutofit/>
          </a:bodyPr>
          <a:lstStyle/>
          <a:p>
            <a:endParaRPr lang="fr-FR" sz="2000" b="0" strike="noStrike" spc="-1">
              <a:latin typeface="Arial"/>
            </a:endParaRPr>
          </a:p>
        </p:txBody>
      </p:sp>
      <p:sp>
        <p:nvSpPr>
          <p:cNvPr id="340" name="PlaceHolder 3"/>
          <p:cNvSpPr>
            <a:spLocks noGrp="1"/>
          </p:cNvSpPr>
          <p:nvPr>
            <p:ph type="sldNum" idx="15"/>
          </p:nvPr>
        </p:nvSpPr>
        <p:spPr>
          <a:xfrm>
            <a:off x="3884760" y="8685360"/>
            <a:ext cx="2971440" cy="458280"/>
          </a:xfrm>
          <a:prstGeom prst="rect">
            <a:avLst/>
          </a:prstGeom>
          <a:noFill/>
          <a:ln w="0">
            <a:noFill/>
          </a:ln>
        </p:spPr>
        <p:txBody>
          <a:bodyPr anchor="b">
            <a:noAutofit/>
          </a:bodyPr>
          <a:lstStyle>
            <a:lvl1pPr algn="r">
              <a:lnSpc>
                <a:spcPct val="100000"/>
              </a:lnSpc>
              <a:buNone/>
              <a:defRPr lang="fr-FR" sz="1200" b="0" strike="noStrike" spc="-1">
                <a:latin typeface="Times New Roman"/>
              </a:defRPr>
            </a:lvl1pPr>
          </a:lstStyle>
          <a:p>
            <a:pPr algn="r">
              <a:lnSpc>
                <a:spcPct val="100000"/>
              </a:lnSpc>
              <a:buNone/>
            </a:pPr>
            <a:fld id="{4026EC9F-4611-43A1-A41D-C4066D17825A}" type="slidenum">
              <a:rPr lang="fr-FR" sz="1200" b="0" strike="noStrike" spc="-1">
                <a:latin typeface="Times New Roman"/>
              </a:rPr>
              <a:t>25</a:t>
            </a:fld>
            <a:endParaRPr lang="fr-FR" sz="1200" b="0" strike="noStrike" spc="-1">
              <a:latin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1" name="PlaceHolder 1"/>
          <p:cNvSpPr>
            <a:spLocks noGrp="1" noRot="1" noChangeAspect="1"/>
          </p:cNvSpPr>
          <p:nvPr>
            <p:ph type="sldImg"/>
          </p:nvPr>
        </p:nvSpPr>
        <p:spPr>
          <a:xfrm>
            <a:off x="685800" y="1143000"/>
            <a:ext cx="5486040" cy="3085920"/>
          </a:xfrm>
          <a:prstGeom prst="rect">
            <a:avLst/>
          </a:prstGeom>
          <a:ln w="0">
            <a:noFill/>
          </a:ln>
        </p:spPr>
      </p:sp>
      <p:sp>
        <p:nvSpPr>
          <p:cNvPr id="342" name="PlaceHolder 2"/>
          <p:cNvSpPr>
            <a:spLocks noGrp="1"/>
          </p:cNvSpPr>
          <p:nvPr>
            <p:ph type="body"/>
          </p:nvPr>
        </p:nvSpPr>
        <p:spPr>
          <a:xfrm>
            <a:off x="685800" y="4400640"/>
            <a:ext cx="5486040" cy="3600000"/>
          </a:xfrm>
          <a:prstGeom prst="rect">
            <a:avLst/>
          </a:prstGeom>
          <a:noFill/>
          <a:ln w="0">
            <a:noFill/>
          </a:ln>
        </p:spPr>
        <p:txBody>
          <a:bodyPr anchor="t">
            <a:noAutofit/>
          </a:bodyPr>
          <a:lstStyle/>
          <a:p>
            <a:endParaRPr lang="fr-FR" sz="2000" b="0" strike="noStrike" spc="-1">
              <a:latin typeface="Arial"/>
            </a:endParaRPr>
          </a:p>
        </p:txBody>
      </p:sp>
      <p:sp>
        <p:nvSpPr>
          <p:cNvPr id="343" name="PlaceHolder 3"/>
          <p:cNvSpPr>
            <a:spLocks noGrp="1"/>
          </p:cNvSpPr>
          <p:nvPr>
            <p:ph type="sldNum" idx="16"/>
          </p:nvPr>
        </p:nvSpPr>
        <p:spPr>
          <a:xfrm>
            <a:off x="3884760" y="8685360"/>
            <a:ext cx="2971440" cy="458280"/>
          </a:xfrm>
          <a:prstGeom prst="rect">
            <a:avLst/>
          </a:prstGeom>
          <a:noFill/>
          <a:ln w="0">
            <a:noFill/>
          </a:ln>
        </p:spPr>
        <p:txBody>
          <a:bodyPr anchor="b">
            <a:noAutofit/>
          </a:bodyPr>
          <a:lstStyle>
            <a:lvl1pPr algn="r">
              <a:lnSpc>
                <a:spcPct val="100000"/>
              </a:lnSpc>
              <a:buNone/>
              <a:defRPr lang="fr-FR" sz="1200" b="0" strike="noStrike" spc="-1">
                <a:latin typeface="Times New Roman"/>
              </a:defRPr>
            </a:lvl1pPr>
          </a:lstStyle>
          <a:p>
            <a:pPr algn="r">
              <a:lnSpc>
                <a:spcPct val="100000"/>
              </a:lnSpc>
              <a:buNone/>
            </a:pPr>
            <a:fld id="{DDA5A393-71C9-470E-AED8-94C50B17C7CB}" type="slidenum">
              <a:rPr lang="fr-FR" sz="1200" b="0" strike="noStrike" spc="-1">
                <a:latin typeface="Times New Roman"/>
              </a:rPr>
              <a:t>26</a:t>
            </a:fld>
            <a:endParaRPr lang="fr-FR" sz="1200" b="0" strike="noStrike" spc="-1">
              <a:latin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 name="PlaceHolder 1"/>
          <p:cNvSpPr>
            <a:spLocks noGrp="1" noRot="1" noChangeAspect="1"/>
          </p:cNvSpPr>
          <p:nvPr>
            <p:ph type="sldImg"/>
          </p:nvPr>
        </p:nvSpPr>
        <p:spPr>
          <a:xfrm>
            <a:off x="685800" y="1143000"/>
            <a:ext cx="5486040" cy="3085920"/>
          </a:xfrm>
          <a:prstGeom prst="rect">
            <a:avLst/>
          </a:prstGeom>
          <a:ln w="0">
            <a:noFill/>
          </a:ln>
        </p:spPr>
      </p:sp>
      <p:sp>
        <p:nvSpPr>
          <p:cNvPr id="345" name="PlaceHolder 2"/>
          <p:cNvSpPr>
            <a:spLocks noGrp="1"/>
          </p:cNvSpPr>
          <p:nvPr>
            <p:ph type="body"/>
          </p:nvPr>
        </p:nvSpPr>
        <p:spPr>
          <a:xfrm>
            <a:off x="685800" y="4400640"/>
            <a:ext cx="5486040" cy="3600000"/>
          </a:xfrm>
          <a:prstGeom prst="rect">
            <a:avLst/>
          </a:prstGeom>
          <a:noFill/>
          <a:ln w="0">
            <a:noFill/>
          </a:ln>
        </p:spPr>
        <p:txBody>
          <a:bodyPr anchor="t">
            <a:noAutofit/>
          </a:bodyPr>
          <a:lstStyle/>
          <a:p>
            <a:endParaRPr lang="fr-FR" sz="2000" b="0" strike="noStrike" spc="-1">
              <a:latin typeface="Arial"/>
            </a:endParaRPr>
          </a:p>
        </p:txBody>
      </p:sp>
      <p:sp>
        <p:nvSpPr>
          <p:cNvPr id="346" name="PlaceHolder 3"/>
          <p:cNvSpPr>
            <a:spLocks noGrp="1"/>
          </p:cNvSpPr>
          <p:nvPr>
            <p:ph type="sldNum" idx="17"/>
          </p:nvPr>
        </p:nvSpPr>
        <p:spPr>
          <a:xfrm>
            <a:off x="3884760" y="8685360"/>
            <a:ext cx="2971440" cy="458280"/>
          </a:xfrm>
          <a:prstGeom prst="rect">
            <a:avLst/>
          </a:prstGeom>
          <a:noFill/>
          <a:ln w="0">
            <a:noFill/>
          </a:ln>
        </p:spPr>
        <p:txBody>
          <a:bodyPr anchor="b">
            <a:noAutofit/>
          </a:bodyPr>
          <a:lstStyle>
            <a:lvl1pPr algn="r">
              <a:lnSpc>
                <a:spcPct val="100000"/>
              </a:lnSpc>
              <a:buNone/>
              <a:defRPr lang="fr-FR" sz="1200" b="0" strike="noStrike" spc="-1">
                <a:latin typeface="Times New Roman"/>
              </a:defRPr>
            </a:lvl1pPr>
          </a:lstStyle>
          <a:p>
            <a:pPr algn="r">
              <a:lnSpc>
                <a:spcPct val="100000"/>
              </a:lnSpc>
              <a:buNone/>
            </a:pPr>
            <a:fld id="{4381C210-5A87-498D-8BDF-BDD84F40F0B4}" type="slidenum">
              <a:rPr lang="fr-FR" sz="1200" b="0" strike="noStrike" spc="-1">
                <a:latin typeface="Times New Roman"/>
              </a:rPr>
              <a:t>27</a:t>
            </a:fld>
            <a:endParaRPr lang="fr-FR" sz="1200" b="0" strike="noStrike" spc="-1">
              <a:latin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 name="PlaceHolder 1"/>
          <p:cNvSpPr>
            <a:spLocks noGrp="1" noRot="1" noChangeAspect="1"/>
          </p:cNvSpPr>
          <p:nvPr>
            <p:ph type="sldImg"/>
          </p:nvPr>
        </p:nvSpPr>
        <p:spPr>
          <a:xfrm>
            <a:off x="685800" y="1143000"/>
            <a:ext cx="5486040" cy="3085920"/>
          </a:xfrm>
          <a:prstGeom prst="rect">
            <a:avLst/>
          </a:prstGeom>
          <a:ln w="0">
            <a:noFill/>
          </a:ln>
        </p:spPr>
      </p:sp>
      <p:sp>
        <p:nvSpPr>
          <p:cNvPr id="348" name="PlaceHolder 2"/>
          <p:cNvSpPr>
            <a:spLocks noGrp="1"/>
          </p:cNvSpPr>
          <p:nvPr>
            <p:ph type="body"/>
          </p:nvPr>
        </p:nvSpPr>
        <p:spPr>
          <a:xfrm>
            <a:off x="685800" y="4400640"/>
            <a:ext cx="5486040" cy="3600000"/>
          </a:xfrm>
          <a:prstGeom prst="rect">
            <a:avLst/>
          </a:prstGeom>
          <a:noFill/>
          <a:ln w="0">
            <a:noFill/>
          </a:ln>
        </p:spPr>
        <p:txBody>
          <a:bodyPr anchor="t">
            <a:noAutofit/>
          </a:bodyPr>
          <a:lstStyle/>
          <a:p>
            <a:endParaRPr lang="fr-FR" sz="2000" b="0" strike="noStrike" spc="-1">
              <a:latin typeface="Arial"/>
            </a:endParaRPr>
          </a:p>
        </p:txBody>
      </p:sp>
      <p:sp>
        <p:nvSpPr>
          <p:cNvPr id="349" name="PlaceHolder 3"/>
          <p:cNvSpPr>
            <a:spLocks noGrp="1"/>
          </p:cNvSpPr>
          <p:nvPr>
            <p:ph type="sldNum" idx="18"/>
          </p:nvPr>
        </p:nvSpPr>
        <p:spPr>
          <a:xfrm>
            <a:off x="3884760" y="8685360"/>
            <a:ext cx="2971440" cy="458280"/>
          </a:xfrm>
          <a:prstGeom prst="rect">
            <a:avLst/>
          </a:prstGeom>
          <a:noFill/>
          <a:ln w="0">
            <a:noFill/>
          </a:ln>
        </p:spPr>
        <p:txBody>
          <a:bodyPr anchor="b">
            <a:noAutofit/>
          </a:bodyPr>
          <a:lstStyle>
            <a:lvl1pPr algn="r">
              <a:lnSpc>
                <a:spcPct val="100000"/>
              </a:lnSpc>
              <a:buNone/>
              <a:defRPr lang="fr-FR" sz="1200" b="0" strike="noStrike" spc="-1">
                <a:latin typeface="Times New Roman"/>
              </a:defRPr>
            </a:lvl1pPr>
          </a:lstStyle>
          <a:p>
            <a:pPr algn="r">
              <a:lnSpc>
                <a:spcPct val="100000"/>
              </a:lnSpc>
              <a:buNone/>
            </a:pPr>
            <a:fld id="{A981C553-B8A5-4B9F-94EA-6825D5EBDE85}" type="slidenum">
              <a:rPr lang="fr-FR" sz="1200" b="0" strike="noStrike" spc="-1">
                <a:latin typeface="Times New Roman"/>
              </a:rPr>
              <a:t>28</a:t>
            </a:fld>
            <a:endParaRPr lang="fr-FR" sz="1200" b="0" strike="noStrike" spc="-1">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lstStyle/>
          <a:p>
            <a:r>
              <a:t>Footer</a:t>
            </a:r>
          </a:p>
        </p:txBody>
      </p:sp>
      <p:sp>
        <p:nvSpPr>
          <p:cNvPr id="3" name="PlaceHolder 2"/>
          <p:cNvSpPr>
            <a:spLocks noGrp="1"/>
          </p:cNvSpPr>
          <p:nvPr>
            <p:ph type="sldNum" idx="2"/>
          </p:nvPr>
        </p:nvSpPr>
        <p:spPr/>
        <p:txBody>
          <a:bodyPr/>
          <a:lstStyle/>
          <a:p>
            <a:fld id="{6262B489-30A4-4A96-956F-3C9D964CD1D4}" type="slidenum">
              <a:t>‹N°›</a:t>
            </a:fld>
            <a:endParaRPr/>
          </a:p>
        </p:txBody>
      </p:sp>
      <p:sp>
        <p:nvSpPr>
          <p:cNvPr id="4" name="PlaceHolder 3"/>
          <p:cNvSpPr>
            <a:spLocks noGrp="1"/>
          </p:cNvSpPr>
          <p:nvPr>
            <p:ph type="dt" idx="3"/>
          </p:nvPr>
        </p:nvSpPr>
        <p:spPr/>
        <p:txBody>
          <a:body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831960" y="1709640"/>
            <a:ext cx="10515240" cy="2852280"/>
          </a:xfrm>
          <a:prstGeom prst="rect">
            <a:avLst/>
          </a:prstGeom>
          <a:noFill/>
          <a:ln w="0">
            <a:noFill/>
          </a:ln>
        </p:spPr>
        <p:txBody>
          <a:bodyPr lIns="0" tIns="0" rIns="0" bIns="0" anchor="ctr">
            <a:noAutofit/>
          </a:bodyPr>
          <a:lstStyle/>
          <a:p>
            <a:endParaRPr lang="fr-FR" sz="1800" b="0" strike="noStrike" spc="-1">
              <a:solidFill>
                <a:srgbClr val="000000"/>
              </a:solidFill>
              <a:latin typeface="Calibri"/>
            </a:endParaRPr>
          </a:p>
        </p:txBody>
      </p:sp>
      <p:sp>
        <p:nvSpPr>
          <p:cNvPr id="6" name="PlaceHolder 2"/>
          <p:cNvSpPr>
            <a:spLocks noGrp="1"/>
          </p:cNvSpPr>
          <p:nvPr>
            <p:ph type="subTitle"/>
          </p:nvPr>
        </p:nvSpPr>
        <p:spPr>
          <a:xfrm>
            <a:off x="831960" y="4589640"/>
            <a:ext cx="10515240" cy="1499760"/>
          </a:xfrm>
          <a:prstGeom prst="rect">
            <a:avLst/>
          </a:prstGeom>
          <a:noFill/>
          <a:ln w="0">
            <a:noFill/>
          </a:ln>
        </p:spPr>
        <p:txBody>
          <a:bodyPr lIns="0" tIns="0" rIns="0" bIns="0" anchor="ctr">
            <a:noAutofit/>
          </a:bodyPr>
          <a:lstStyle/>
          <a:p>
            <a:pPr algn="ctr">
              <a:buNone/>
            </a:pPr>
            <a:endParaRPr lang="fr-FR" sz="3200" b="0" strike="noStrike" spc="-1">
              <a:latin typeface="Arial"/>
            </a:endParaRPr>
          </a:p>
        </p:txBody>
      </p:sp>
      <p:sp>
        <p:nvSpPr>
          <p:cNvPr id="4" name="PlaceHolder 3"/>
          <p:cNvSpPr>
            <a:spLocks noGrp="1"/>
          </p:cNvSpPr>
          <p:nvPr>
            <p:ph type="ftr" idx="1"/>
          </p:nvPr>
        </p:nvSpPr>
        <p:spPr/>
        <p:txBody>
          <a:bodyPr/>
          <a:lstStyle/>
          <a:p>
            <a:r>
              <a:t>Footer</a:t>
            </a:r>
          </a:p>
        </p:txBody>
      </p:sp>
      <p:sp>
        <p:nvSpPr>
          <p:cNvPr id="2" name="PlaceHolder 4"/>
          <p:cNvSpPr>
            <a:spLocks noGrp="1"/>
          </p:cNvSpPr>
          <p:nvPr>
            <p:ph type="sldNum" idx="2"/>
          </p:nvPr>
        </p:nvSpPr>
        <p:spPr/>
        <p:txBody>
          <a:bodyPr/>
          <a:lstStyle/>
          <a:p>
            <a:fld id="{8B6350F6-5867-465E-A8AF-22884B58D264}" type="slidenum">
              <a:t>‹N°›</a:t>
            </a:fld>
            <a:endParaRPr/>
          </a:p>
        </p:txBody>
      </p:sp>
      <p:sp>
        <p:nvSpPr>
          <p:cNvPr id="3" name="PlaceHolder 5"/>
          <p:cNvSpPr>
            <a:spLocks noGrp="1"/>
          </p:cNvSpPr>
          <p:nvPr>
            <p:ph type="dt" idx="3"/>
          </p:nvPr>
        </p:nvSpPr>
        <p:spPr/>
        <p:txBody>
          <a:body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831960" y="1709640"/>
            <a:ext cx="10515240" cy="2852280"/>
          </a:xfrm>
          <a:prstGeom prst="rect">
            <a:avLst/>
          </a:prstGeom>
          <a:noFill/>
          <a:ln w="0">
            <a:noFill/>
          </a:ln>
        </p:spPr>
        <p:txBody>
          <a:bodyPr lIns="0" tIns="0" rIns="0" bIns="0" anchor="ctr">
            <a:noAutofit/>
          </a:bodyPr>
          <a:lstStyle/>
          <a:p>
            <a:endParaRPr lang="fr-FR" sz="1800" b="0" strike="noStrike" spc="-1">
              <a:solidFill>
                <a:srgbClr val="000000"/>
              </a:solidFill>
              <a:latin typeface="Calibri"/>
            </a:endParaRPr>
          </a:p>
        </p:txBody>
      </p:sp>
      <p:sp>
        <p:nvSpPr>
          <p:cNvPr id="8" name="PlaceHolder 2"/>
          <p:cNvSpPr>
            <a:spLocks noGrp="1"/>
          </p:cNvSpPr>
          <p:nvPr>
            <p:ph/>
          </p:nvPr>
        </p:nvSpPr>
        <p:spPr>
          <a:xfrm>
            <a:off x="831960" y="4589640"/>
            <a:ext cx="10515240" cy="1499760"/>
          </a:xfrm>
          <a:prstGeom prst="rect">
            <a:avLst/>
          </a:prstGeom>
          <a:noFill/>
          <a:ln w="0">
            <a:noFill/>
          </a:ln>
        </p:spPr>
        <p:txBody>
          <a:bodyPr lIns="0" tIns="0" rIns="0" bIns="0" anchor="t">
            <a:normAutofit/>
          </a:bodyPr>
          <a:lstStyle/>
          <a:p>
            <a:pPr>
              <a:lnSpc>
                <a:spcPct val="90000"/>
              </a:lnSpc>
              <a:spcBef>
                <a:spcPts val="1417"/>
              </a:spcBef>
              <a:buNone/>
            </a:pPr>
            <a:endParaRPr lang="fr-FR" sz="2800" b="0" strike="noStrike" spc="-1">
              <a:solidFill>
                <a:srgbClr val="202529"/>
              </a:solidFill>
              <a:latin typeface="Open Sans"/>
            </a:endParaRPr>
          </a:p>
        </p:txBody>
      </p:sp>
      <p:sp>
        <p:nvSpPr>
          <p:cNvPr id="4" name="PlaceHolder 3"/>
          <p:cNvSpPr>
            <a:spLocks noGrp="1"/>
          </p:cNvSpPr>
          <p:nvPr>
            <p:ph type="ftr" idx="1"/>
          </p:nvPr>
        </p:nvSpPr>
        <p:spPr/>
        <p:txBody>
          <a:bodyPr/>
          <a:lstStyle/>
          <a:p>
            <a:r>
              <a:t>Footer</a:t>
            </a:r>
          </a:p>
        </p:txBody>
      </p:sp>
      <p:sp>
        <p:nvSpPr>
          <p:cNvPr id="5" name="PlaceHolder 4"/>
          <p:cNvSpPr>
            <a:spLocks noGrp="1"/>
          </p:cNvSpPr>
          <p:nvPr>
            <p:ph type="sldNum" idx="2"/>
          </p:nvPr>
        </p:nvSpPr>
        <p:spPr/>
        <p:txBody>
          <a:bodyPr/>
          <a:lstStyle/>
          <a:p>
            <a:fld id="{6D1801F4-152A-41A1-975F-9F99C0EBDFEC}" type="slidenum">
              <a:t>‹N°›</a:t>
            </a:fld>
            <a:endParaRPr/>
          </a:p>
        </p:txBody>
      </p:sp>
      <p:sp>
        <p:nvSpPr>
          <p:cNvPr id="6" name="PlaceHolder 5"/>
          <p:cNvSpPr>
            <a:spLocks noGrp="1"/>
          </p:cNvSpPr>
          <p:nvPr>
            <p:ph type="dt" idx="3"/>
          </p:nvPr>
        </p:nvSpPr>
        <p:spPr/>
        <p:txBody>
          <a:body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831960" y="1709640"/>
            <a:ext cx="10515240" cy="2852280"/>
          </a:xfrm>
          <a:prstGeom prst="rect">
            <a:avLst/>
          </a:prstGeom>
          <a:noFill/>
          <a:ln w="0">
            <a:noFill/>
          </a:ln>
        </p:spPr>
        <p:txBody>
          <a:bodyPr lIns="0" tIns="0" rIns="0" bIns="0" anchor="ctr">
            <a:noAutofit/>
          </a:bodyPr>
          <a:lstStyle/>
          <a:p>
            <a:endParaRPr lang="fr-FR" sz="1800" b="0" strike="noStrike" spc="-1">
              <a:solidFill>
                <a:srgbClr val="000000"/>
              </a:solidFill>
              <a:latin typeface="Calibri"/>
            </a:endParaRPr>
          </a:p>
        </p:txBody>
      </p:sp>
      <p:sp>
        <p:nvSpPr>
          <p:cNvPr id="10" name="PlaceHolder 2"/>
          <p:cNvSpPr>
            <a:spLocks noGrp="1"/>
          </p:cNvSpPr>
          <p:nvPr>
            <p:ph/>
          </p:nvPr>
        </p:nvSpPr>
        <p:spPr>
          <a:xfrm>
            <a:off x="831960" y="4589640"/>
            <a:ext cx="5131080" cy="1499760"/>
          </a:xfrm>
          <a:prstGeom prst="rect">
            <a:avLst/>
          </a:prstGeom>
          <a:noFill/>
          <a:ln w="0">
            <a:noFill/>
          </a:ln>
        </p:spPr>
        <p:txBody>
          <a:bodyPr lIns="0" tIns="0" rIns="0" bIns="0" anchor="t">
            <a:normAutofit/>
          </a:bodyPr>
          <a:lstStyle/>
          <a:p>
            <a:pPr>
              <a:lnSpc>
                <a:spcPct val="90000"/>
              </a:lnSpc>
              <a:spcBef>
                <a:spcPts val="1417"/>
              </a:spcBef>
              <a:buNone/>
            </a:pPr>
            <a:endParaRPr lang="fr-FR" sz="2800" b="0" strike="noStrike" spc="-1">
              <a:solidFill>
                <a:srgbClr val="202529"/>
              </a:solidFill>
              <a:latin typeface="Open Sans"/>
            </a:endParaRPr>
          </a:p>
        </p:txBody>
      </p:sp>
      <p:sp>
        <p:nvSpPr>
          <p:cNvPr id="11" name="PlaceHolder 3"/>
          <p:cNvSpPr>
            <a:spLocks noGrp="1"/>
          </p:cNvSpPr>
          <p:nvPr>
            <p:ph/>
          </p:nvPr>
        </p:nvSpPr>
        <p:spPr>
          <a:xfrm>
            <a:off x="6220080" y="4589640"/>
            <a:ext cx="5131080" cy="1499760"/>
          </a:xfrm>
          <a:prstGeom prst="rect">
            <a:avLst/>
          </a:prstGeom>
          <a:noFill/>
          <a:ln w="0">
            <a:noFill/>
          </a:ln>
        </p:spPr>
        <p:txBody>
          <a:bodyPr lIns="0" tIns="0" rIns="0" bIns="0" anchor="t">
            <a:normAutofit/>
          </a:bodyPr>
          <a:lstStyle/>
          <a:p>
            <a:pPr>
              <a:lnSpc>
                <a:spcPct val="90000"/>
              </a:lnSpc>
              <a:spcBef>
                <a:spcPts val="1417"/>
              </a:spcBef>
              <a:buNone/>
            </a:pPr>
            <a:endParaRPr lang="fr-FR" sz="2800" b="0" strike="noStrike" spc="-1">
              <a:solidFill>
                <a:srgbClr val="202529"/>
              </a:solidFill>
              <a:latin typeface="Open Sans"/>
            </a:endParaRPr>
          </a:p>
        </p:txBody>
      </p:sp>
      <p:sp>
        <p:nvSpPr>
          <p:cNvPr id="5" name="PlaceHolder 4"/>
          <p:cNvSpPr>
            <a:spLocks noGrp="1"/>
          </p:cNvSpPr>
          <p:nvPr>
            <p:ph type="ftr" idx="1"/>
          </p:nvPr>
        </p:nvSpPr>
        <p:spPr/>
        <p:txBody>
          <a:bodyPr/>
          <a:lstStyle/>
          <a:p>
            <a:r>
              <a:t>Footer</a:t>
            </a:r>
          </a:p>
        </p:txBody>
      </p:sp>
      <p:sp>
        <p:nvSpPr>
          <p:cNvPr id="6" name="PlaceHolder 5"/>
          <p:cNvSpPr>
            <a:spLocks noGrp="1"/>
          </p:cNvSpPr>
          <p:nvPr>
            <p:ph type="sldNum" idx="2"/>
          </p:nvPr>
        </p:nvSpPr>
        <p:spPr/>
        <p:txBody>
          <a:bodyPr/>
          <a:lstStyle/>
          <a:p>
            <a:fld id="{3AFF9AA4-763E-44FE-A7A5-40DD44DA9CE6}" type="slidenum">
              <a:t>‹N°›</a:t>
            </a:fld>
            <a:endParaRPr/>
          </a:p>
        </p:txBody>
      </p:sp>
      <p:sp>
        <p:nvSpPr>
          <p:cNvPr id="7" name="PlaceHolder 6"/>
          <p:cNvSpPr>
            <a:spLocks noGrp="1"/>
          </p:cNvSpPr>
          <p:nvPr>
            <p:ph type="dt" idx="3"/>
          </p:nvPr>
        </p:nvSpPr>
        <p:spPr/>
        <p:txBody>
          <a:body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831960" y="1709640"/>
            <a:ext cx="10515240" cy="2852280"/>
          </a:xfrm>
          <a:prstGeom prst="rect">
            <a:avLst/>
          </a:prstGeom>
          <a:noFill/>
          <a:ln w="0">
            <a:noFill/>
          </a:ln>
        </p:spPr>
        <p:txBody>
          <a:bodyPr lIns="0" tIns="0" rIns="0" bIns="0" anchor="ctr">
            <a:noAutofit/>
          </a:bodyPr>
          <a:lstStyle/>
          <a:p>
            <a:endParaRPr lang="fr-FR" sz="1800" b="0" strike="noStrike" spc="-1">
              <a:solidFill>
                <a:srgbClr val="000000"/>
              </a:solidFill>
              <a:latin typeface="Calibri"/>
            </a:endParaRPr>
          </a:p>
        </p:txBody>
      </p:sp>
      <p:sp>
        <p:nvSpPr>
          <p:cNvPr id="3" name="PlaceHolder 2"/>
          <p:cNvSpPr>
            <a:spLocks noGrp="1"/>
          </p:cNvSpPr>
          <p:nvPr>
            <p:ph type="ftr" idx="1"/>
          </p:nvPr>
        </p:nvSpPr>
        <p:spPr/>
        <p:txBody>
          <a:bodyPr/>
          <a:lstStyle/>
          <a:p>
            <a:r>
              <a:t>Footer</a:t>
            </a:r>
          </a:p>
        </p:txBody>
      </p:sp>
      <p:sp>
        <p:nvSpPr>
          <p:cNvPr id="4" name="PlaceHolder 3"/>
          <p:cNvSpPr>
            <a:spLocks noGrp="1"/>
          </p:cNvSpPr>
          <p:nvPr>
            <p:ph type="sldNum" idx="2"/>
          </p:nvPr>
        </p:nvSpPr>
        <p:spPr/>
        <p:txBody>
          <a:bodyPr/>
          <a:lstStyle/>
          <a:p>
            <a:fld id="{7B40E15A-6531-4285-8756-517323969C67}" type="slidenum">
              <a:t>‹N°›</a:t>
            </a:fld>
            <a:endParaRPr/>
          </a:p>
        </p:txBody>
      </p:sp>
      <p:sp>
        <p:nvSpPr>
          <p:cNvPr id="5" name="PlaceHolder 4"/>
          <p:cNvSpPr>
            <a:spLocks noGrp="1"/>
          </p:cNvSpPr>
          <p:nvPr>
            <p:ph type="dt" idx="3"/>
          </p:nvPr>
        </p:nvSpPr>
        <p:spPr/>
        <p:txBody>
          <a:body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831960" y="1709640"/>
            <a:ext cx="10515240" cy="13222800"/>
          </a:xfrm>
          <a:prstGeom prst="rect">
            <a:avLst/>
          </a:prstGeom>
          <a:noFill/>
          <a:ln w="0">
            <a:noFill/>
          </a:ln>
        </p:spPr>
        <p:txBody>
          <a:bodyPr lIns="0" tIns="0" rIns="0" bIns="0" anchor="ctr">
            <a:noAutofit/>
          </a:bodyPr>
          <a:lstStyle/>
          <a:p>
            <a:pPr algn="ctr">
              <a:buNone/>
            </a:pPr>
            <a:endParaRPr lang="fr-FR" sz="3200" b="0" strike="noStrike" spc="-1">
              <a:latin typeface="Arial"/>
            </a:endParaRPr>
          </a:p>
        </p:txBody>
      </p:sp>
      <p:sp>
        <p:nvSpPr>
          <p:cNvPr id="3" name="PlaceHolder 2"/>
          <p:cNvSpPr>
            <a:spLocks noGrp="1"/>
          </p:cNvSpPr>
          <p:nvPr>
            <p:ph type="ftr" idx="1"/>
          </p:nvPr>
        </p:nvSpPr>
        <p:spPr/>
        <p:txBody>
          <a:bodyPr/>
          <a:lstStyle/>
          <a:p>
            <a:r>
              <a:t>Footer</a:t>
            </a:r>
          </a:p>
        </p:txBody>
      </p:sp>
      <p:sp>
        <p:nvSpPr>
          <p:cNvPr id="4" name="PlaceHolder 3"/>
          <p:cNvSpPr>
            <a:spLocks noGrp="1"/>
          </p:cNvSpPr>
          <p:nvPr>
            <p:ph type="sldNum" idx="2"/>
          </p:nvPr>
        </p:nvSpPr>
        <p:spPr/>
        <p:txBody>
          <a:bodyPr/>
          <a:lstStyle/>
          <a:p>
            <a:fld id="{8B87A912-7FA5-46D7-A2D6-1F167D8824BE}" type="slidenum">
              <a:t>‹N°›</a:t>
            </a:fld>
            <a:endParaRPr/>
          </a:p>
        </p:txBody>
      </p:sp>
      <p:sp>
        <p:nvSpPr>
          <p:cNvPr id="5" name="PlaceHolder 4"/>
          <p:cNvSpPr>
            <a:spLocks noGrp="1"/>
          </p:cNvSpPr>
          <p:nvPr>
            <p:ph type="dt" idx="3"/>
          </p:nvPr>
        </p:nvSpPr>
        <p:spPr/>
        <p:txBody>
          <a:body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831960" y="1709640"/>
            <a:ext cx="10515240" cy="2852280"/>
          </a:xfrm>
          <a:prstGeom prst="rect">
            <a:avLst/>
          </a:prstGeom>
          <a:noFill/>
          <a:ln w="0">
            <a:noFill/>
          </a:ln>
        </p:spPr>
        <p:txBody>
          <a:bodyPr lIns="0" tIns="0" rIns="0" bIns="0" anchor="ctr">
            <a:noAutofit/>
          </a:bodyPr>
          <a:lstStyle/>
          <a:p>
            <a:endParaRPr lang="fr-FR" sz="1800" b="0" strike="noStrike" spc="-1">
              <a:solidFill>
                <a:srgbClr val="000000"/>
              </a:solidFill>
              <a:latin typeface="Calibri"/>
            </a:endParaRPr>
          </a:p>
        </p:txBody>
      </p:sp>
      <p:sp>
        <p:nvSpPr>
          <p:cNvPr id="15" name="PlaceHolder 2"/>
          <p:cNvSpPr>
            <a:spLocks noGrp="1"/>
          </p:cNvSpPr>
          <p:nvPr>
            <p:ph/>
          </p:nvPr>
        </p:nvSpPr>
        <p:spPr>
          <a:xfrm>
            <a:off x="831960" y="4589640"/>
            <a:ext cx="5131080" cy="715320"/>
          </a:xfrm>
          <a:prstGeom prst="rect">
            <a:avLst/>
          </a:prstGeom>
          <a:noFill/>
          <a:ln w="0">
            <a:noFill/>
          </a:ln>
        </p:spPr>
        <p:txBody>
          <a:bodyPr lIns="0" tIns="0" rIns="0" bIns="0" anchor="t">
            <a:normAutofit/>
          </a:bodyPr>
          <a:lstStyle/>
          <a:p>
            <a:pPr>
              <a:lnSpc>
                <a:spcPct val="90000"/>
              </a:lnSpc>
              <a:spcBef>
                <a:spcPts val="1417"/>
              </a:spcBef>
              <a:buNone/>
            </a:pPr>
            <a:endParaRPr lang="fr-FR" sz="2800" b="0" strike="noStrike" spc="-1">
              <a:solidFill>
                <a:srgbClr val="202529"/>
              </a:solidFill>
              <a:latin typeface="Open Sans"/>
            </a:endParaRPr>
          </a:p>
        </p:txBody>
      </p:sp>
      <p:sp>
        <p:nvSpPr>
          <p:cNvPr id="16" name="PlaceHolder 3"/>
          <p:cNvSpPr>
            <a:spLocks noGrp="1"/>
          </p:cNvSpPr>
          <p:nvPr>
            <p:ph/>
          </p:nvPr>
        </p:nvSpPr>
        <p:spPr>
          <a:xfrm>
            <a:off x="6220080" y="4589640"/>
            <a:ext cx="5131080" cy="1499760"/>
          </a:xfrm>
          <a:prstGeom prst="rect">
            <a:avLst/>
          </a:prstGeom>
          <a:noFill/>
          <a:ln w="0">
            <a:noFill/>
          </a:ln>
        </p:spPr>
        <p:txBody>
          <a:bodyPr lIns="0" tIns="0" rIns="0" bIns="0" anchor="t">
            <a:normAutofit/>
          </a:bodyPr>
          <a:lstStyle/>
          <a:p>
            <a:pPr>
              <a:lnSpc>
                <a:spcPct val="90000"/>
              </a:lnSpc>
              <a:spcBef>
                <a:spcPts val="1417"/>
              </a:spcBef>
              <a:buNone/>
            </a:pPr>
            <a:endParaRPr lang="fr-FR" sz="2800" b="0" strike="noStrike" spc="-1">
              <a:solidFill>
                <a:srgbClr val="202529"/>
              </a:solidFill>
              <a:latin typeface="Open Sans"/>
            </a:endParaRPr>
          </a:p>
        </p:txBody>
      </p:sp>
      <p:sp>
        <p:nvSpPr>
          <p:cNvPr id="17" name="PlaceHolder 4"/>
          <p:cNvSpPr>
            <a:spLocks noGrp="1"/>
          </p:cNvSpPr>
          <p:nvPr>
            <p:ph/>
          </p:nvPr>
        </p:nvSpPr>
        <p:spPr>
          <a:xfrm>
            <a:off x="831960" y="5373360"/>
            <a:ext cx="5131080" cy="715320"/>
          </a:xfrm>
          <a:prstGeom prst="rect">
            <a:avLst/>
          </a:prstGeom>
          <a:noFill/>
          <a:ln w="0">
            <a:noFill/>
          </a:ln>
        </p:spPr>
        <p:txBody>
          <a:bodyPr lIns="0" tIns="0" rIns="0" bIns="0" anchor="t">
            <a:normAutofit/>
          </a:bodyPr>
          <a:lstStyle/>
          <a:p>
            <a:pPr>
              <a:lnSpc>
                <a:spcPct val="90000"/>
              </a:lnSpc>
              <a:spcBef>
                <a:spcPts val="1417"/>
              </a:spcBef>
              <a:buNone/>
            </a:pPr>
            <a:endParaRPr lang="fr-FR" sz="2800" b="0" strike="noStrike" spc="-1">
              <a:solidFill>
                <a:srgbClr val="202529"/>
              </a:solidFill>
              <a:latin typeface="Open Sans"/>
            </a:endParaRPr>
          </a:p>
        </p:txBody>
      </p:sp>
      <p:sp>
        <p:nvSpPr>
          <p:cNvPr id="6" name="PlaceHolder 5"/>
          <p:cNvSpPr>
            <a:spLocks noGrp="1"/>
          </p:cNvSpPr>
          <p:nvPr>
            <p:ph type="ftr" idx="1"/>
          </p:nvPr>
        </p:nvSpPr>
        <p:spPr/>
        <p:txBody>
          <a:bodyPr/>
          <a:lstStyle/>
          <a:p>
            <a:r>
              <a:t>Footer</a:t>
            </a:r>
          </a:p>
        </p:txBody>
      </p:sp>
      <p:sp>
        <p:nvSpPr>
          <p:cNvPr id="7" name="PlaceHolder 6"/>
          <p:cNvSpPr>
            <a:spLocks noGrp="1"/>
          </p:cNvSpPr>
          <p:nvPr>
            <p:ph type="sldNum" idx="2"/>
          </p:nvPr>
        </p:nvSpPr>
        <p:spPr/>
        <p:txBody>
          <a:bodyPr/>
          <a:lstStyle/>
          <a:p>
            <a:fld id="{249361C5-2F95-4D95-B843-413F6EA9B6D4}" type="slidenum">
              <a:t>‹N°›</a:t>
            </a:fld>
            <a:endParaRPr/>
          </a:p>
        </p:txBody>
      </p:sp>
      <p:sp>
        <p:nvSpPr>
          <p:cNvPr id="8" name="PlaceHolder 7"/>
          <p:cNvSpPr>
            <a:spLocks noGrp="1"/>
          </p:cNvSpPr>
          <p:nvPr>
            <p:ph type="dt" idx="3"/>
          </p:nvPr>
        </p:nvSpPr>
        <p:spPr/>
        <p:txBody>
          <a:body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831960" y="1709640"/>
            <a:ext cx="10515240" cy="2852280"/>
          </a:xfrm>
          <a:prstGeom prst="rect">
            <a:avLst/>
          </a:prstGeom>
          <a:noFill/>
          <a:ln w="0">
            <a:noFill/>
          </a:ln>
        </p:spPr>
        <p:txBody>
          <a:bodyPr lIns="0" tIns="0" rIns="0" bIns="0" anchor="ctr">
            <a:noAutofit/>
          </a:bodyPr>
          <a:lstStyle/>
          <a:p>
            <a:endParaRPr lang="fr-FR" sz="1800" b="0" strike="noStrike" spc="-1">
              <a:solidFill>
                <a:srgbClr val="000000"/>
              </a:solidFill>
              <a:latin typeface="Calibri"/>
            </a:endParaRPr>
          </a:p>
        </p:txBody>
      </p:sp>
      <p:sp>
        <p:nvSpPr>
          <p:cNvPr id="19" name="PlaceHolder 2"/>
          <p:cNvSpPr>
            <a:spLocks noGrp="1"/>
          </p:cNvSpPr>
          <p:nvPr>
            <p:ph/>
          </p:nvPr>
        </p:nvSpPr>
        <p:spPr>
          <a:xfrm>
            <a:off x="831960" y="4589640"/>
            <a:ext cx="5131080" cy="1499760"/>
          </a:xfrm>
          <a:prstGeom prst="rect">
            <a:avLst/>
          </a:prstGeom>
          <a:noFill/>
          <a:ln w="0">
            <a:noFill/>
          </a:ln>
        </p:spPr>
        <p:txBody>
          <a:bodyPr lIns="0" tIns="0" rIns="0" bIns="0" anchor="t">
            <a:normAutofit/>
          </a:bodyPr>
          <a:lstStyle/>
          <a:p>
            <a:pPr>
              <a:lnSpc>
                <a:spcPct val="90000"/>
              </a:lnSpc>
              <a:spcBef>
                <a:spcPts val="1417"/>
              </a:spcBef>
              <a:buNone/>
            </a:pPr>
            <a:endParaRPr lang="fr-FR" sz="2800" b="0" strike="noStrike" spc="-1">
              <a:solidFill>
                <a:srgbClr val="202529"/>
              </a:solidFill>
              <a:latin typeface="Open Sans"/>
            </a:endParaRPr>
          </a:p>
        </p:txBody>
      </p:sp>
      <p:sp>
        <p:nvSpPr>
          <p:cNvPr id="20" name="PlaceHolder 3"/>
          <p:cNvSpPr>
            <a:spLocks noGrp="1"/>
          </p:cNvSpPr>
          <p:nvPr>
            <p:ph/>
          </p:nvPr>
        </p:nvSpPr>
        <p:spPr>
          <a:xfrm>
            <a:off x="6220080" y="4589640"/>
            <a:ext cx="5131080" cy="715320"/>
          </a:xfrm>
          <a:prstGeom prst="rect">
            <a:avLst/>
          </a:prstGeom>
          <a:noFill/>
          <a:ln w="0">
            <a:noFill/>
          </a:ln>
        </p:spPr>
        <p:txBody>
          <a:bodyPr lIns="0" tIns="0" rIns="0" bIns="0" anchor="t">
            <a:normAutofit/>
          </a:bodyPr>
          <a:lstStyle/>
          <a:p>
            <a:pPr>
              <a:lnSpc>
                <a:spcPct val="90000"/>
              </a:lnSpc>
              <a:spcBef>
                <a:spcPts val="1417"/>
              </a:spcBef>
              <a:buNone/>
            </a:pPr>
            <a:endParaRPr lang="fr-FR" sz="2800" b="0" strike="noStrike" spc="-1">
              <a:solidFill>
                <a:srgbClr val="202529"/>
              </a:solidFill>
              <a:latin typeface="Open Sans"/>
            </a:endParaRPr>
          </a:p>
        </p:txBody>
      </p:sp>
      <p:sp>
        <p:nvSpPr>
          <p:cNvPr id="21" name="PlaceHolder 4"/>
          <p:cNvSpPr>
            <a:spLocks noGrp="1"/>
          </p:cNvSpPr>
          <p:nvPr>
            <p:ph/>
          </p:nvPr>
        </p:nvSpPr>
        <p:spPr>
          <a:xfrm>
            <a:off x="6220080" y="5373360"/>
            <a:ext cx="5131080" cy="715320"/>
          </a:xfrm>
          <a:prstGeom prst="rect">
            <a:avLst/>
          </a:prstGeom>
          <a:noFill/>
          <a:ln w="0">
            <a:noFill/>
          </a:ln>
        </p:spPr>
        <p:txBody>
          <a:bodyPr lIns="0" tIns="0" rIns="0" bIns="0" anchor="t">
            <a:normAutofit/>
          </a:bodyPr>
          <a:lstStyle/>
          <a:p>
            <a:pPr>
              <a:lnSpc>
                <a:spcPct val="90000"/>
              </a:lnSpc>
              <a:spcBef>
                <a:spcPts val="1417"/>
              </a:spcBef>
              <a:buNone/>
            </a:pPr>
            <a:endParaRPr lang="fr-FR" sz="2800" b="0" strike="noStrike" spc="-1">
              <a:solidFill>
                <a:srgbClr val="202529"/>
              </a:solidFill>
              <a:latin typeface="Open Sans"/>
            </a:endParaRPr>
          </a:p>
        </p:txBody>
      </p:sp>
      <p:sp>
        <p:nvSpPr>
          <p:cNvPr id="6" name="PlaceHolder 5"/>
          <p:cNvSpPr>
            <a:spLocks noGrp="1"/>
          </p:cNvSpPr>
          <p:nvPr>
            <p:ph type="ftr" idx="1"/>
          </p:nvPr>
        </p:nvSpPr>
        <p:spPr/>
        <p:txBody>
          <a:bodyPr/>
          <a:lstStyle/>
          <a:p>
            <a:r>
              <a:t>Footer</a:t>
            </a:r>
          </a:p>
        </p:txBody>
      </p:sp>
      <p:sp>
        <p:nvSpPr>
          <p:cNvPr id="7" name="PlaceHolder 6"/>
          <p:cNvSpPr>
            <a:spLocks noGrp="1"/>
          </p:cNvSpPr>
          <p:nvPr>
            <p:ph type="sldNum" idx="2"/>
          </p:nvPr>
        </p:nvSpPr>
        <p:spPr/>
        <p:txBody>
          <a:bodyPr/>
          <a:lstStyle/>
          <a:p>
            <a:fld id="{361D041E-14A4-4E8A-B845-CD937AC66B48}" type="slidenum">
              <a:t>‹N°›</a:t>
            </a:fld>
            <a:endParaRPr/>
          </a:p>
        </p:txBody>
      </p:sp>
      <p:sp>
        <p:nvSpPr>
          <p:cNvPr id="8" name="PlaceHolder 7"/>
          <p:cNvSpPr>
            <a:spLocks noGrp="1"/>
          </p:cNvSpPr>
          <p:nvPr>
            <p:ph type="dt" idx="3"/>
          </p:nvPr>
        </p:nvSpPr>
        <p:spPr/>
        <p:txBody>
          <a:body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831960" y="1709640"/>
            <a:ext cx="10515240" cy="2852280"/>
          </a:xfrm>
          <a:prstGeom prst="rect">
            <a:avLst/>
          </a:prstGeom>
          <a:noFill/>
          <a:ln w="0">
            <a:noFill/>
          </a:ln>
        </p:spPr>
        <p:txBody>
          <a:bodyPr lIns="0" tIns="0" rIns="0" bIns="0" anchor="ctr">
            <a:noAutofit/>
          </a:bodyPr>
          <a:lstStyle/>
          <a:p>
            <a:endParaRPr lang="fr-FR" sz="1800" b="0" strike="noStrike" spc="-1">
              <a:solidFill>
                <a:srgbClr val="000000"/>
              </a:solidFill>
              <a:latin typeface="Calibri"/>
            </a:endParaRPr>
          </a:p>
        </p:txBody>
      </p:sp>
      <p:sp>
        <p:nvSpPr>
          <p:cNvPr id="23" name="PlaceHolder 2"/>
          <p:cNvSpPr>
            <a:spLocks noGrp="1"/>
          </p:cNvSpPr>
          <p:nvPr>
            <p:ph/>
          </p:nvPr>
        </p:nvSpPr>
        <p:spPr>
          <a:xfrm>
            <a:off x="831960" y="4589640"/>
            <a:ext cx="5131080" cy="715320"/>
          </a:xfrm>
          <a:prstGeom prst="rect">
            <a:avLst/>
          </a:prstGeom>
          <a:noFill/>
          <a:ln w="0">
            <a:noFill/>
          </a:ln>
        </p:spPr>
        <p:txBody>
          <a:bodyPr lIns="0" tIns="0" rIns="0" bIns="0" anchor="t">
            <a:normAutofit/>
          </a:bodyPr>
          <a:lstStyle/>
          <a:p>
            <a:pPr>
              <a:lnSpc>
                <a:spcPct val="90000"/>
              </a:lnSpc>
              <a:spcBef>
                <a:spcPts val="1417"/>
              </a:spcBef>
              <a:buNone/>
            </a:pPr>
            <a:endParaRPr lang="fr-FR" sz="2800" b="0" strike="noStrike" spc="-1">
              <a:solidFill>
                <a:srgbClr val="202529"/>
              </a:solidFill>
              <a:latin typeface="Open Sans"/>
            </a:endParaRPr>
          </a:p>
        </p:txBody>
      </p:sp>
      <p:sp>
        <p:nvSpPr>
          <p:cNvPr id="24" name="PlaceHolder 3"/>
          <p:cNvSpPr>
            <a:spLocks noGrp="1"/>
          </p:cNvSpPr>
          <p:nvPr>
            <p:ph/>
          </p:nvPr>
        </p:nvSpPr>
        <p:spPr>
          <a:xfrm>
            <a:off x="6220080" y="4589640"/>
            <a:ext cx="5131080" cy="715320"/>
          </a:xfrm>
          <a:prstGeom prst="rect">
            <a:avLst/>
          </a:prstGeom>
          <a:noFill/>
          <a:ln w="0">
            <a:noFill/>
          </a:ln>
        </p:spPr>
        <p:txBody>
          <a:bodyPr lIns="0" tIns="0" rIns="0" bIns="0" anchor="t">
            <a:normAutofit/>
          </a:bodyPr>
          <a:lstStyle/>
          <a:p>
            <a:pPr>
              <a:lnSpc>
                <a:spcPct val="90000"/>
              </a:lnSpc>
              <a:spcBef>
                <a:spcPts val="1417"/>
              </a:spcBef>
              <a:buNone/>
            </a:pPr>
            <a:endParaRPr lang="fr-FR" sz="2800" b="0" strike="noStrike" spc="-1">
              <a:solidFill>
                <a:srgbClr val="202529"/>
              </a:solidFill>
              <a:latin typeface="Open Sans"/>
            </a:endParaRPr>
          </a:p>
        </p:txBody>
      </p:sp>
      <p:sp>
        <p:nvSpPr>
          <p:cNvPr id="25" name="PlaceHolder 4"/>
          <p:cNvSpPr>
            <a:spLocks noGrp="1"/>
          </p:cNvSpPr>
          <p:nvPr>
            <p:ph/>
          </p:nvPr>
        </p:nvSpPr>
        <p:spPr>
          <a:xfrm>
            <a:off x="831960" y="5373360"/>
            <a:ext cx="10515240" cy="715320"/>
          </a:xfrm>
          <a:prstGeom prst="rect">
            <a:avLst/>
          </a:prstGeom>
          <a:noFill/>
          <a:ln w="0">
            <a:noFill/>
          </a:ln>
        </p:spPr>
        <p:txBody>
          <a:bodyPr lIns="0" tIns="0" rIns="0" bIns="0" anchor="t">
            <a:normAutofit/>
          </a:bodyPr>
          <a:lstStyle/>
          <a:p>
            <a:pPr>
              <a:lnSpc>
                <a:spcPct val="90000"/>
              </a:lnSpc>
              <a:spcBef>
                <a:spcPts val="1417"/>
              </a:spcBef>
              <a:buNone/>
            </a:pPr>
            <a:endParaRPr lang="fr-FR" sz="2800" b="0" strike="noStrike" spc="-1">
              <a:solidFill>
                <a:srgbClr val="202529"/>
              </a:solidFill>
              <a:latin typeface="Open Sans"/>
            </a:endParaRPr>
          </a:p>
        </p:txBody>
      </p:sp>
      <p:sp>
        <p:nvSpPr>
          <p:cNvPr id="6" name="PlaceHolder 5"/>
          <p:cNvSpPr>
            <a:spLocks noGrp="1"/>
          </p:cNvSpPr>
          <p:nvPr>
            <p:ph type="ftr" idx="1"/>
          </p:nvPr>
        </p:nvSpPr>
        <p:spPr/>
        <p:txBody>
          <a:bodyPr/>
          <a:lstStyle/>
          <a:p>
            <a:r>
              <a:t>Footer</a:t>
            </a:r>
          </a:p>
        </p:txBody>
      </p:sp>
      <p:sp>
        <p:nvSpPr>
          <p:cNvPr id="7" name="PlaceHolder 6"/>
          <p:cNvSpPr>
            <a:spLocks noGrp="1"/>
          </p:cNvSpPr>
          <p:nvPr>
            <p:ph type="sldNum" idx="2"/>
          </p:nvPr>
        </p:nvSpPr>
        <p:spPr/>
        <p:txBody>
          <a:bodyPr/>
          <a:lstStyle/>
          <a:p>
            <a:fld id="{A64C25CD-3598-48D4-B17F-6825B97633DD}" type="slidenum">
              <a:t>‹N°›</a:t>
            </a:fld>
            <a:endParaRPr/>
          </a:p>
        </p:txBody>
      </p:sp>
      <p:sp>
        <p:nvSpPr>
          <p:cNvPr id="8" name="PlaceHolder 7"/>
          <p:cNvSpPr>
            <a:spLocks noGrp="1"/>
          </p:cNvSpPr>
          <p:nvPr>
            <p:ph type="dt" idx="3"/>
          </p:nvPr>
        </p:nvSpPr>
        <p:spPr/>
        <p:txBody>
          <a:body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831960" y="1709640"/>
            <a:ext cx="10515240" cy="2852280"/>
          </a:xfrm>
          <a:prstGeom prst="rect">
            <a:avLst/>
          </a:prstGeom>
          <a:noFill/>
          <a:ln w="0">
            <a:noFill/>
          </a:ln>
        </p:spPr>
        <p:txBody>
          <a:bodyPr lIns="0" tIns="0" rIns="0" bIns="0" anchor="ctr">
            <a:noAutofit/>
          </a:bodyPr>
          <a:lstStyle/>
          <a:p>
            <a:endParaRPr lang="fr-FR" sz="1800" b="0" strike="noStrike" spc="-1">
              <a:solidFill>
                <a:srgbClr val="000000"/>
              </a:solidFill>
              <a:latin typeface="Calibri"/>
            </a:endParaRPr>
          </a:p>
        </p:txBody>
      </p:sp>
      <p:sp>
        <p:nvSpPr>
          <p:cNvPr id="27" name="PlaceHolder 2"/>
          <p:cNvSpPr>
            <a:spLocks noGrp="1"/>
          </p:cNvSpPr>
          <p:nvPr>
            <p:ph/>
          </p:nvPr>
        </p:nvSpPr>
        <p:spPr>
          <a:xfrm>
            <a:off x="831960" y="4589640"/>
            <a:ext cx="10515240" cy="715320"/>
          </a:xfrm>
          <a:prstGeom prst="rect">
            <a:avLst/>
          </a:prstGeom>
          <a:noFill/>
          <a:ln w="0">
            <a:noFill/>
          </a:ln>
        </p:spPr>
        <p:txBody>
          <a:bodyPr lIns="0" tIns="0" rIns="0" bIns="0" anchor="t">
            <a:normAutofit/>
          </a:bodyPr>
          <a:lstStyle/>
          <a:p>
            <a:pPr>
              <a:lnSpc>
                <a:spcPct val="90000"/>
              </a:lnSpc>
              <a:spcBef>
                <a:spcPts val="1417"/>
              </a:spcBef>
              <a:buNone/>
            </a:pPr>
            <a:endParaRPr lang="fr-FR" sz="2800" b="0" strike="noStrike" spc="-1">
              <a:solidFill>
                <a:srgbClr val="202529"/>
              </a:solidFill>
              <a:latin typeface="Open Sans"/>
            </a:endParaRPr>
          </a:p>
        </p:txBody>
      </p:sp>
      <p:sp>
        <p:nvSpPr>
          <p:cNvPr id="28" name="PlaceHolder 3"/>
          <p:cNvSpPr>
            <a:spLocks noGrp="1"/>
          </p:cNvSpPr>
          <p:nvPr>
            <p:ph/>
          </p:nvPr>
        </p:nvSpPr>
        <p:spPr>
          <a:xfrm>
            <a:off x="831960" y="5373360"/>
            <a:ext cx="10515240" cy="715320"/>
          </a:xfrm>
          <a:prstGeom prst="rect">
            <a:avLst/>
          </a:prstGeom>
          <a:noFill/>
          <a:ln w="0">
            <a:noFill/>
          </a:ln>
        </p:spPr>
        <p:txBody>
          <a:bodyPr lIns="0" tIns="0" rIns="0" bIns="0" anchor="t">
            <a:normAutofit/>
          </a:bodyPr>
          <a:lstStyle/>
          <a:p>
            <a:pPr>
              <a:lnSpc>
                <a:spcPct val="90000"/>
              </a:lnSpc>
              <a:spcBef>
                <a:spcPts val="1417"/>
              </a:spcBef>
              <a:buNone/>
            </a:pPr>
            <a:endParaRPr lang="fr-FR" sz="2800" b="0" strike="noStrike" spc="-1">
              <a:solidFill>
                <a:srgbClr val="202529"/>
              </a:solidFill>
              <a:latin typeface="Open Sans"/>
            </a:endParaRPr>
          </a:p>
        </p:txBody>
      </p:sp>
      <p:sp>
        <p:nvSpPr>
          <p:cNvPr id="5" name="PlaceHolder 4"/>
          <p:cNvSpPr>
            <a:spLocks noGrp="1"/>
          </p:cNvSpPr>
          <p:nvPr>
            <p:ph type="ftr" idx="1"/>
          </p:nvPr>
        </p:nvSpPr>
        <p:spPr/>
        <p:txBody>
          <a:bodyPr/>
          <a:lstStyle/>
          <a:p>
            <a:r>
              <a:t>Footer</a:t>
            </a:r>
          </a:p>
        </p:txBody>
      </p:sp>
      <p:sp>
        <p:nvSpPr>
          <p:cNvPr id="6" name="PlaceHolder 5"/>
          <p:cNvSpPr>
            <a:spLocks noGrp="1"/>
          </p:cNvSpPr>
          <p:nvPr>
            <p:ph type="sldNum" idx="2"/>
          </p:nvPr>
        </p:nvSpPr>
        <p:spPr/>
        <p:txBody>
          <a:bodyPr/>
          <a:lstStyle/>
          <a:p>
            <a:fld id="{B16A3206-1E5B-4C0B-842B-1F45AF2D04C8}" type="slidenum">
              <a:t>‹N°›</a:t>
            </a:fld>
            <a:endParaRPr/>
          </a:p>
        </p:txBody>
      </p:sp>
      <p:sp>
        <p:nvSpPr>
          <p:cNvPr id="7" name="PlaceHolder 6"/>
          <p:cNvSpPr>
            <a:spLocks noGrp="1"/>
          </p:cNvSpPr>
          <p:nvPr>
            <p:ph type="dt" idx="3"/>
          </p:nvPr>
        </p:nvSpPr>
        <p:spPr/>
        <p:txBody>
          <a:body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831960" y="1709640"/>
            <a:ext cx="10515240" cy="2852280"/>
          </a:xfrm>
          <a:prstGeom prst="rect">
            <a:avLst/>
          </a:prstGeom>
          <a:noFill/>
          <a:ln w="0">
            <a:noFill/>
          </a:ln>
        </p:spPr>
        <p:txBody>
          <a:bodyPr lIns="0" tIns="0" rIns="0" bIns="0" anchor="ctr">
            <a:noAutofit/>
          </a:bodyPr>
          <a:lstStyle/>
          <a:p>
            <a:endParaRPr lang="fr-FR" sz="1800" b="0" strike="noStrike" spc="-1">
              <a:solidFill>
                <a:srgbClr val="000000"/>
              </a:solidFill>
              <a:latin typeface="Calibri"/>
            </a:endParaRPr>
          </a:p>
        </p:txBody>
      </p:sp>
      <p:sp>
        <p:nvSpPr>
          <p:cNvPr id="30" name="PlaceHolder 2"/>
          <p:cNvSpPr>
            <a:spLocks noGrp="1"/>
          </p:cNvSpPr>
          <p:nvPr>
            <p:ph/>
          </p:nvPr>
        </p:nvSpPr>
        <p:spPr>
          <a:xfrm>
            <a:off x="831960" y="4589640"/>
            <a:ext cx="5131080" cy="715320"/>
          </a:xfrm>
          <a:prstGeom prst="rect">
            <a:avLst/>
          </a:prstGeom>
          <a:noFill/>
          <a:ln w="0">
            <a:noFill/>
          </a:ln>
        </p:spPr>
        <p:txBody>
          <a:bodyPr lIns="0" tIns="0" rIns="0" bIns="0" anchor="t">
            <a:normAutofit/>
          </a:bodyPr>
          <a:lstStyle/>
          <a:p>
            <a:pPr>
              <a:lnSpc>
                <a:spcPct val="90000"/>
              </a:lnSpc>
              <a:spcBef>
                <a:spcPts val="1417"/>
              </a:spcBef>
              <a:buNone/>
            </a:pPr>
            <a:endParaRPr lang="fr-FR" sz="2800" b="0" strike="noStrike" spc="-1">
              <a:solidFill>
                <a:srgbClr val="202529"/>
              </a:solidFill>
              <a:latin typeface="Open Sans"/>
            </a:endParaRPr>
          </a:p>
        </p:txBody>
      </p:sp>
      <p:sp>
        <p:nvSpPr>
          <p:cNvPr id="31" name="PlaceHolder 3"/>
          <p:cNvSpPr>
            <a:spLocks noGrp="1"/>
          </p:cNvSpPr>
          <p:nvPr>
            <p:ph/>
          </p:nvPr>
        </p:nvSpPr>
        <p:spPr>
          <a:xfrm>
            <a:off x="6220080" y="4589640"/>
            <a:ext cx="5131080" cy="715320"/>
          </a:xfrm>
          <a:prstGeom prst="rect">
            <a:avLst/>
          </a:prstGeom>
          <a:noFill/>
          <a:ln w="0">
            <a:noFill/>
          </a:ln>
        </p:spPr>
        <p:txBody>
          <a:bodyPr lIns="0" tIns="0" rIns="0" bIns="0" anchor="t">
            <a:normAutofit/>
          </a:bodyPr>
          <a:lstStyle/>
          <a:p>
            <a:pPr>
              <a:lnSpc>
                <a:spcPct val="90000"/>
              </a:lnSpc>
              <a:spcBef>
                <a:spcPts val="1417"/>
              </a:spcBef>
              <a:buNone/>
            </a:pPr>
            <a:endParaRPr lang="fr-FR" sz="2800" b="0" strike="noStrike" spc="-1">
              <a:solidFill>
                <a:srgbClr val="202529"/>
              </a:solidFill>
              <a:latin typeface="Open Sans"/>
            </a:endParaRPr>
          </a:p>
        </p:txBody>
      </p:sp>
      <p:sp>
        <p:nvSpPr>
          <p:cNvPr id="32" name="PlaceHolder 4"/>
          <p:cNvSpPr>
            <a:spLocks noGrp="1"/>
          </p:cNvSpPr>
          <p:nvPr>
            <p:ph/>
          </p:nvPr>
        </p:nvSpPr>
        <p:spPr>
          <a:xfrm>
            <a:off x="831960" y="5373360"/>
            <a:ext cx="5131080" cy="715320"/>
          </a:xfrm>
          <a:prstGeom prst="rect">
            <a:avLst/>
          </a:prstGeom>
          <a:noFill/>
          <a:ln w="0">
            <a:noFill/>
          </a:ln>
        </p:spPr>
        <p:txBody>
          <a:bodyPr lIns="0" tIns="0" rIns="0" bIns="0" anchor="t">
            <a:normAutofit/>
          </a:bodyPr>
          <a:lstStyle/>
          <a:p>
            <a:pPr>
              <a:lnSpc>
                <a:spcPct val="90000"/>
              </a:lnSpc>
              <a:spcBef>
                <a:spcPts val="1417"/>
              </a:spcBef>
              <a:buNone/>
            </a:pPr>
            <a:endParaRPr lang="fr-FR" sz="2800" b="0" strike="noStrike" spc="-1">
              <a:solidFill>
                <a:srgbClr val="202529"/>
              </a:solidFill>
              <a:latin typeface="Open Sans"/>
            </a:endParaRPr>
          </a:p>
        </p:txBody>
      </p:sp>
      <p:sp>
        <p:nvSpPr>
          <p:cNvPr id="33" name="PlaceHolder 5"/>
          <p:cNvSpPr>
            <a:spLocks noGrp="1"/>
          </p:cNvSpPr>
          <p:nvPr>
            <p:ph/>
          </p:nvPr>
        </p:nvSpPr>
        <p:spPr>
          <a:xfrm>
            <a:off x="6220080" y="5373360"/>
            <a:ext cx="5131080" cy="715320"/>
          </a:xfrm>
          <a:prstGeom prst="rect">
            <a:avLst/>
          </a:prstGeom>
          <a:noFill/>
          <a:ln w="0">
            <a:noFill/>
          </a:ln>
        </p:spPr>
        <p:txBody>
          <a:bodyPr lIns="0" tIns="0" rIns="0" bIns="0" anchor="t">
            <a:normAutofit/>
          </a:bodyPr>
          <a:lstStyle/>
          <a:p>
            <a:pPr>
              <a:lnSpc>
                <a:spcPct val="90000"/>
              </a:lnSpc>
              <a:spcBef>
                <a:spcPts val="1417"/>
              </a:spcBef>
              <a:buNone/>
            </a:pPr>
            <a:endParaRPr lang="fr-FR" sz="2800" b="0" strike="noStrike" spc="-1">
              <a:solidFill>
                <a:srgbClr val="202529"/>
              </a:solidFill>
              <a:latin typeface="Open Sans"/>
            </a:endParaRPr>
          </a:p>
        </p:txBody>
      </p:sp>
      <p:sp>
        <p:nvSpPr>
          <p:cNvPr id="7" name="PlaceHolder 6"/>
          <p:cNvSpPr>
            <a:spLocks noGrp="1"/>
          </p:cNvSpPr>
          <p:nvPr>
            <p:ph type="ftr" idx="1"/>
          </p:nvPr>
        </p:nvSpPr>
        <p:spPr/>
        <p:txBody>
          <a:bodyPr/>
          <a:lstStyle/>
          <a:p>
            <a:r>
              <a:t>Footer</a:t>
            </a:r>
          </a:p>
        </p:txBody>
      </p:sp>
      <p:sp>
        <p:nvSpPr>
          <p:cNvPr id="8" name="PlaceHolder 7"/>
          <p:cNvSpPr>
            <a:spLocks noGrp="1"/>
          </p:cNvSpPr>
          <p:nvPr>
            <p:ph type="sldNum" idx="2"/>
          </p:nvPr>
        </p:nvSpPr>
        <p:spPr/>
        <p:txBody>
          <a:bodyPr/>
          <a:lstStyle/>
          <a:p>
            <a:fld id="{82C7C748-F1D6-4331-80AF-A528C949D867}" type="slidenum">
              <a:t>‹N°›</a:t>
            </a:fld>
            <a:endParaRPr/>
          </a:p>
        </p:txBody>
      </p:sp>
      <p:sp>
        <p:nvSpPr>
          <p:cNvPr id="9" name="PlaceHolder 8"/>
          <p:cNvSpPr>
            <a:spLocks noGrp="1"/>
          </p:cNvSpPr>
          <p:nvPr>
            <p:ph type="dt" idx="3"/>
          </p:nvPr>
        </p:nvSpPr>
        <p:spPr/>
        <p:txBody>
          <a:body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831960" y="1709640"/>
            <a:ext cx="10515240" cy="2852280"/>
          </a:xfrm>
          <a:prstGeom prst="rect">
            <a:avLst/>
          </a:prstGeom>
          <a:noFill/>
          <a:ln w="0">
            <a:noFill/>
          </a:ln>
        </p:spPr>
        <p:txBody>
          <a:bodyPr lIns="0" tIns="0" rIns="0" bIns="0" anchor="ctr">
            <a:noAutofit/>
          </a:bodyPr>
          <a:lstStyle/>
          <a:p>
            <a:endParaRPr lang="fr-FR" sz="1800" b="0" strike="noStrike" spc="-1">
              <a:solidFill>
                <a:srgbClr val="000000"/>
              </a:solidFill>
              <a:latin typeface="Calibri"/>
            </a:endParaRPr>
          </a:p>
        </p:txBody>
      </p:sp>
      <p:sp>
        <p:nvSpPr>
          <p:cNvPr id="35" name="PlaceHolder 2"/>
          <p:cNvSpPr>
            <a:spLocks noGrp="1"/>
          </p:cNvSpPr>
          <p:nvPr>
            <p:ph/>
          </p:nvPr>
        </p:nvSpPr>
        <p:spPr>
          <a:xfrm>
            <a:off x="831960" y="4589640"/>
            <a:ext cx="3385800" cy="715320"/>
          </a:xfrm>
          <a:prstGeom prst="rect">
            <a:avLst/>
          </a:prstGeom>
          <a:noFill/>
          <a:ln w="0">
            <a:noFill/>
          </a:ln>
        </p:spPr>
        <p:txBody>
          <a:bodyPr lIns="0" tIns="0" rIns="0" bIns="0" anchor="t">
            <a:normAutofit/>
          </a:bodyPr>
          <a:lstStyle/>
          <a:p>
            <a:pPr>
              <a:lnSpc>
                <a:spcPct val="90000"/>
              </a:lnSpc>
              <a:spcBef>
                <a:spcPts val="1417"/>
              </a:spcBef>
              <a:buNone/>
            </a:pPr>
            <a:endParaRPr lang="fr-FR" sz="2800" b="0" strike="noStrike" spc="-1">
              <a:solidFill>
                <a:srgbClr val="202529"/>
              </a:solidFill>
              <a:latin typeface="Open Sans"/>
            </a:endParaRPr>
          </a:p>
        </p:txBody>
      </p:sp>
      <p:sp>
        <p:nvSpPr>
          <p:cNvPr id="36" name="PlaceHolder 3"/>
          <p:cNvSpPr>
            <a:spLocks noGrp="1"/>
          </p:cNvSpPr>
          <p:nvPr>
            <p:ph/>
          </p:nvPr>
        </p:nvSpPr>
        <p:spPr>
          <a:xfrm>
            <a:off x="4387320" y="4589640"/>
            <a:ext cx="3385800" cy="715320"/>
          </a:xfrm>
          <a:prstGeom prst="rect">
            <a:avLst/>
          </a:prstGeom>
          <a:noFill/>
          <a:ln w="0">
            <a:noFill/>
          </a:ln>
        </p:spPr>
        <p:txBody>
          <a:bodyPr lIns="0" tIns="0" rIns="0" bIns="0" anchor="t">
            <a:normAutofit/>
          </a:bodyPr>
          <a:lstStyle/>
          <a:p>
            <a:pPr>
              <a:lnSpc>
                <a:spcPct val="90000"/>
              </a:lnSpc>
              <a:spcBef>
                <a:spcPts val="1417"/>
              </a:spcBef>
              <a:buNone/>
            </a:pPr>
            <a:endParaRPr lang="fr-FR" sz="2800" b="0" strike="noStrike" spc="-1">
              <a:solidFill>
                <a:srgbClr val="202529"/>
              </a:solidFill>
              <a:latin typeface="Open Sans"/>
            </a:endParaRPr>
          </a:p>
        </p:txBody>
      </p:sp>
      <p:sp>
        <p:nvSpPr>
          <p:cNvPr id="37" name="PlaceHolder 4"/>
          <p:cNvSpPr>
            <a:spLocks noGrp="1"/>
          </p:cNvSpPr>
          <p:nvPr>
            <p:ph/>
          </p:nvPr>
        </p:nvSpPr>
        <p:spPr>
          <a:xfrm>
            <a:off x="7943040" y="4589640"/>
            <a:ext cx="3385800" cy="715320"/>
          </a:xfrm>
          <a:prstGeom prst="rect">
            <a:avLst/>
          </a:prstGeom>
          <a:noFill/>
          <a:ln w="0">
            <a:noFill/>
          </a:ln>
        </p:spPr>
        <p:txBody>
          <a:bodyPr lIns="0" tIns="0" rIns="0" bIns="0" anchor="t">
            <a:normAutofit/>
          </a:bodyPr>
          <a:lstStyle/>
          <a:p>
            <a:pPr>
              <a:lnSpc>
                <a:spcPct val="90000"/>
              </a:lnSpc>
              <a:spcBef>
                <a:spcPts val="1417"/>
              </a:spcBef>
              <a:buNone/>
            </a:pPr>
            <a:endParaRPr lang="fr-FR" sz="2800" b="0" strike="noStrike" spc="-1">
              <a:solidFill>
                <a:srgbClr val="202529"/>
              </a:solidFill>
              <a:latin typeface="Open Sans"/>
            </a:endParaRPr>
          </a:p>
        </p:txBody>
      </p:sp>
      <p:sp>
        <p:nvSpPr>
          <p:cNvPr id="38" name="PlaceHolder 5"/>
          <p:cNvSpPr>
            <a:spLocks noGrp="1"/>
          </p:cNvSpPr>
          <p:nvPr>
            <p:ph/>
          </p:nvPr>
        </p:nvSpPr>
        <p:spPr>
          <a:xfrm>
            <a:off x="831960" y="5373360"/>
            <a:ext cx="3385800" cy="715320"/>
          </a:xfrm>
          <a:prstGeom prst="rect">
            <a:avLst/>
          </a:prstGeom>
          <a:noFill/>
          <a:ln w="0">
            <a:noFill/>
          </a:ln>
        </p:spPr>
        <p:txBody>
          <a:bodyPr lIns="0" tIns="0" rIns="0" bIns="0" anchor="t">
            <a:normAutofit/>
          </a:bodyPr>
          <a:lstStyle/>
          <a:p>
            <a:pPr>
              <a:lnSpc>
                <a:spcPct val="90000"/>
              </a:lnSpc>
              <a:spcBef>
                <a:spcPts val="1417"/>
              </a:spcBef>
              <a:buNone/>
            </a:pPr>
            <a:endParaRPr lang="fr-FR" sz="2800" b="0" strike="noStrike" spc="-1">
              <a:solidFill>
                <a:srgbClr val="202529"/>
              </a:solidFill>
              <a:latin typeface="Open Sans"/>
            </a:endParaRPr>
          </a:p>
        </p:txBody>
      </p:sp>
      <p:sp>
        <p:nvSpPr>
          <p:cNvPr id="39" name="PlaceHolder 6"/>
          <p:cNvSpPr>
            <a:spLocks noGrp="1"/>
          </p:cNvSpPr>
          <p:nvPr>
            <p:ph/>
          </p:nvPr>
        </p:nvSpPr>
        <p:spPr>
          <a:xfrm>
            <a:off x="4387320" y="5373360"/>
            <a:ext cx="3385800" cy="715320"/>
          </a:xfrm>
          <a:prstGeom prst="rect">
            <a:avLst/>
          </a:prstGeom>
          <a:noFill/>
          <a:ln w="0">
            <a:noFill/>
          </a:ln>
        </p:spPr>
        <p:txBody>
          <a:bodyPr lIns="0" tIns="0" rIns="0" bIns="0" anchor="t">
            <a:normAutofit/>
          </a:bodyPr>
          <a:lstStyle/>
          <a:p>
            <a:pPr>
              <a:lnSpc>
                <a:spcPct val="90000"/>
              </a:lnSpc>
              <a:spcBef>
                <a:spcPts val="1417"/>
              </a:spcBef>
              <a:buNone/>
            </a:pPr>
            <a:endParaRPr lang="fr-FR" sz="2800" b="0" strike="noStrike" spc="-1">
              <a:solidFill>
                <a:srgbClr val="202529"/>
              </a:solidFill>
              <a:latin typeface="Open Sans"/>
            </a:endParaRPr>
          </a:p>
        </p:txBody>
      </p:sp>
      <p:sp>
        <p:nvSpPr>
          <p:cNvPr id="40" name="PlaceHolder 7"/>
          <p:cNvSpPr>
            <a:spLocks noGrp="1"/>
          </p:cNvSpPr>
          <p:nvPr>
            <p:ph/>
          </p:nvPr>
        </p:nvSpPr>
        <p:spPr>
          <a:xfrm>
            <a:off x="7943040" y="5373360"/>
            <a:ext cx="3385800" cy="715320"/>
          </a:xfrm>
          <a:prstGeom prst="rect">
            <a:avLst/>
          </a:prstGeom>
          <a:noFill/>
          <a:ln w="0">
            <a:noFill/>
          </a:ln>
        </p:spPr>
        <p:txBody>
          <a:bodyPr lIns="0" tIns="0" rIns="0" bIns="0" anchor="t">
            <a:normAutofit/>
          </a:bodyPr>
          <a:lstStyle/>
          <a:p>
            <a:pPr>
              <a:lnSpc>
                <a:spcPct val="90000"/>
              </a:lnSpc>
              <a:spcBef>
                <a:spcPts val="1417"/>
              </a:spcBef>
              <a:buNone/>
            </a:pPr>
            <a:endParaRPr lang="fr-FR" sz="2800" b="0" strike="noStrike" spc="-1">
              <a:solidFill>
                <a:srgbClr val="202529"/>
              </a:solidFill>
              <a:latin typeface="Open Sans"/>
            </a:endParaRPr>
          </a:p>
        </p:txBody>
      </p:sp>
      <p:sp>
        <p:nvSpPr>
          <p:cNvPr id="9" name="PlaceHolder 8"/>
          <p:cNvSpPr>
            <a:spLocks noGrp="1"/>
          </p:cNvSpPr>
          <p:nvPr>
            <p:ph type="ftr" idx="1"/>
          </p:nvPr>
        </p:nvSpPr>
        <p:spPr/>
        <p:txBody>
          <a:bodyPr/>
          <a:lstStyle/>
          <a:p>
            <a:r>
              <a:t>Footer</a:t>
            </a:r>
          </a:p>
        </p:txBody>
      </p:sp>
      <p:sp>
        <p:nvSpPr>
          <p:cNvPr id="10" name="PlaceHolder 9"/>
          <p:cNvSpPr>
            <a:spLocks noGrp="1"/>
          </p:cNvSpPr>
          <p:nvPr>
            <p:ph type="sldNum" idx="2"/>
          </p:nvPr>
        </p:nvSpPr>
        <p:spPr/>
        <p:txBody>
          <a:bodyPr/>
          <a:lstStyle/>
          <a:p>
            <a:fld id="{ABE716A6-88B7-45DD-B92F-45D7097545D5}" type="slidenum">
              <a:t>‹N°›</a:t>
            </a:fld>
            <a:endParaRPr/>
          </a:p>
        </p:txBody>
      </p:sp>
      <p:sp>
        <p:nvSpPr>
          <p:cNvPr id="11" name="PlaceHolder 10"/>
          <p:cNvSpPr>
            <a:spLocks noGrp="1"/>
          </p:cNvSpPr>
          <p:nvPr>
            <p:ph type="dt" idx="3"/>
          </p:nvPr>
        </p:nvSpPr>
        <p:spPr/>
        <p:txBody>
          <a:body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4" name="PlaceHolder 1"/>
          <p:cNvSpPr>
            <a:spLocks noGrp="1"/>
          </p:cNvSpPr>
          <p:nvPr>
            <p:ph type="title"/>
          </p:nvPr>
        </p:nvSpPr>
        <p:spPr>
          <a:xfrm>
            <a:off x="831960" y="1709640"/>
            <a:ext cx="10515240" cy="2852280"/>
          </a:xfrm>
          <a:prstGeom prst="rect">
            <a:avLst/>
          </a:prstGeom>
          <a:noFill/>
          <a:ln w="0">
            <a:noFill/>
          </a:ln>
        </p:spPr>
        <p:txBody>
          <a:bodyPr lIns="0" tIns="0" rIns="0" bIns="0" anchor="ctr">
            <a:noAutofit/>
          </a:bodyPr>
          <a:lstStyle/>
          <a:p>
            <a:endParaRPr lang="fr-FR" sz="1800" b="0" strike="noStrike" spc="-1">
              <a:solidFill>
                <a:srgbClr val="000000"/>
              </a:solidFill>
              <a:latin typeface="Calibri"/>
            </a:endParaRPr>
          </a:p>
        </p:txBody>
      </p:sp>
      <p:sp>
        <p:nvSpPr>
          <p:cNvPr id="45" name="PlaceHolder 2"/>
          <p:cNvSpPr>
            <a:spLocks noGrp="1"/>
          </p:cNvSpPr>
          <p:nvPr>
            <p:ph type="subTitle"/>
          </p:nvPr>
        </p:nvSpPr>
        <p:spPr>
          <a:xfrm>
            <a:off x="831960" y="4589640"/>
            <a:ext cx="10515240" cy="1499760"/>
          </a:xfrm>
          <a:prstGeom prst="rect">
            <a:avLst/>
          </a:prstGeom>
          <a:noFill/>
          <a:ln w="0">
            <a:noFill/>
          </a:ln>
        </p:spPr>
        <p:txBody>
          <a:bodyPr lIns="0" tIns="0" rIns="0" bIns="0" anchor="ctr">
            <a:noAutofit/>
          </a:bodyPr>
          <a:lstStyle/>
          <a:p>
            <a:pPr algn="ctr">
              <a:buNone/>
            </a:pPr>
            <a:endParaRPr lang="fr-FR"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6" name="PlaceHolder 1"/>
          <p:cNvSpPr>
            <a:spLocks noGrp="1"/>
          </p:cNvSpPr>
          <p:nvPr>
            <p:ph type="title"/>
          </p:nvPr>
        </p:nvSpPr>
        <p:spPr>
          <a:xfrm>
            <a:off x="831960" y="1709640"/>
            <a:ext cx="10515240" cy="2852280"/>
          </a:xfrm>
          <a:prstGeom prst="rect">
            <a:avLst/>
          </a:prstGeom>
          <a:noFill/>
          <a:ln w="0">
            <a:noFill/>
          </a:ln>
        </p:spPr>
        <p:txBody>
          <a:bodyPr lIns="0" tIns="0" rIns="0" bIns="0" anchor="ctr">
            <a:noAutofit/>
          </a:bodyPr>
          <a:lstStyle/>
          <a:p>
            <a:endParaRPr lang="fr-FR" sz="1800" b="0" strike="noStrike" spc="-1">
              <a:solidFill>
                <a:srgbClr val="000000"/>
              </a:solidFill>
              <a:latin typeface="Calibri"/>
            </a:endParaRPr>
          </a:p>
        </p:txBody>
      </p:sp>
      <p:sp>
        <p:nvSpPr>
          <p:cNvPr id="47" name="PlaceHolder 2"/>
          <p:cNvSpPr>
            <a:spLocks noGrp="1"/>
          </p:cNvSpPr>
          <p:nvPr>
            <p:ph/>
          </p:nvPr>
        </p:nvSpPr>
        <p:spPr>
          <a:xfrm>
            <a:off x="831960" y="4589640"/>
            <a:ext cx="10515240" cy="1499760"/>
          </a:xfrm>
          <a:prstGeom prst="rect">
            <a:avLst/>
          </a:prstGeom>
          <a:noFill/>
          <a:ln w="0">
            <a:noFill/>
          </a:ln>
        </p:spPr>
        <p:txBody>
          <a:bodyPr lIns="0" tIns="0" rIns="0" bIns="0" anchor="t">
            <a:normAutofit/>
          </a:bodyPr>
          <a:lstStyle/>
          <a:p>
            <a:pPr>
              <a:lnSpc>
                <a:spcPct val="90000"/>
              </a:lnSpc>
              <a:spcBef>
                <a:spcPts val="1417"/>
              </a:spcBef>
              <a:buNone/>
            </a:pPr>
            <a:endParaRPr lang="fr-FR" sz="2800" b="0" strike="noStrike" spc="-1">
              <a:solidFill>
                <a:srgbClr val="202529"/>
              </a:solidFill>
              <a:latin typeface="Open San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831960" y="1709640"/>
            <a:ext cx="10515240" cy="2852280"/>
          </a:xfrm>
          <a:prstGeom prst="rect">
            <a:avLst/>
          </a:prstGeom>
          <a:noFill/>
          <a:ln w="0">
            <a:noFill/>
          </a:ln>
        </p:spPr>
        <p:txBody>
          <a:bodyPr lIns="0" tIns="0" rIns="0" bIns="0" anchor="ctr">
            <a:noAutofit/>
          </a:bodyPr>
          <a:lstStyle/>
          <a:p>
            <a:endParaRPr lang="fr-FR" sz="1800" b="0" strike="noStrike" spc="-1">
              <a:solidFill>
                <a:srgbClr val="000000"/>
              </a:solidFill>
              <a:latin typeface="Calibri"/>
            </a:endParaRPr>
          </a:p>
        </p:txBody>
      </p:sp>
      <p:sp>
        <p:nvSpPr>
          <p:cNvPr id="49" name="PlaceHolder 2"/>
          <p:cNvSpPr>
            <a:spLocks noGrp="1"/>
          </p:cNvSpPr>
          <p:nvPr>
            <p:ph/>
          </p:nvPr>
        </p:nvSpPr>
        <p:spPr>
          <a:xfrm>
            <a:off x="831960" y="4589640"/>
            <a:ext cx="5131080" cy="1499760"/>
          </a:xfrm>
          <a:prstGeom prst="rect">
            <a:avLst/>
          </a:prstGeom>
          <a:noFill/>
          <a:ln w="0">
            <a:noFill/>
          </a:ln>
        </p:spPr>
        <p:txBody>
          <a:bodyPr lIns="0" tIns="0" rIns="0" bIns="0" anchor="t">
            <a:normAutofit/>
          </a:bodyPr>
          <a:lstStyle/>
          <a:p>
            <a:pPr>
              <a:lnSpc>
                <a:spcPct val="90000"/>
              </a:lnSpc>
              <a:spcBef>
                <a:spcPts val="1417"/>
              </a:spcBef>
              <a:buNone/>
            </a:pPr>
            <a:endParaRPr lang="fr-FR" sz="2800" b="0" strike="noStrike" spc="-1">
              <a:solidFill>
                <a:srgbClr val="202529"/>
              </a:solidFill>
              <a:latin typeface="Open Sans"/>
            </a:endParaRPr>
          </a:p>
        </p:txBody>
      </p:sp>
      <p:sp>
        <p:nvSpPr>
          <p:cNvPr id="50" name="PlaceHolder 3"/>
          <p:cNvSpPr>
            <a:spLocks noGrp="1"/>
          </p:cNvSpPr>
          <p:nvPr>
            <p:ph/>
          </p:nvPr>
        </p:nvSpPr>
        <p:spPr>
          <a:xfrm>
            <a:off x="6220080" y="4589640"/>
            <a:ext cx="5131080" cy="1499760"/>
          </a:xfrm>
          <a:prstGeom prst="rect">
            <a:avLst/>
          </a:prstGeom>
          <a:noFill/>
          <a:ln w="0">
            <a:noFill/>
          </a:ln>
        </p:spPr>
        <p:txBody>
          <a:bodyPr lIns="0" tIns="0" rIns="0" bIns="0" anchor="t">
            <a:normAutofit/>
          </a:bodyPr>
          <a:lstStyle/>
          <a:p>
            <a:pPr>
              <a:lnSpc>
                <a:spcPct val="90000"/>
              </a:lnSpc>
              <a:spcBef>
                <a:spcPts val="1417"/>
              </a:spcBef>
              <a:buNone/>
            </a:pPr>
            <a:endParaRPr lang="fr-FR" sz="2800" b="0" strike="noStrike" spc="-1">
              <a:solidFill>
                <a:srgbClr val="202529"/>
              </a:solidFill>
              <a:latin typeface="Open San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1" name="PlaceHolder 1"/>
          <p:cNvSpPr>
            <a:spLocks noGrp="1"/>
          </p:cNvSpPr>
          <p:nvPr>
            <p:ph type="title"/>
          </p:nvPr>
        </p:nvSpPr>
        <p:spPr>
          <a:xfrm>
            <a:off x="831960" y="1709640"/>
            <a:ext cx="10515240" cy="2852280"/>
          </a:xfrm>
          <a:prstGeom prst="rect">
            <a:avLst/>
          </a:prstGeom>
          <a:noFill/>
          <a:ln w="0">
            <a:noFill/>
          </a:ln>
        </p:spPr>
        <p:txBody>
          <a:bodyPr lIns="0" tIns="0" rIns="0" bIns="0" anchor="ctr">
            <a:noAutofit/>
          </a:bodyPr>
          <a:lstStyle/>
          <a:p>
            <a:endParaRPr lang="fr-FR" sz="1800" b="0" strike="noStrike" spc="-1">
              <a:solidFill>
                <a:srgbClr val="000000"/>
              </a:solidFill>
              <a:latin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2" name="PlaceHolder 1"/>
          <p:cNvSpPr>
            <a:spLocks noGrp="1"/>
          </p:cNvSpPr>
          <p:nvPr>
            <p:ph type="subTitle"/>
          </p:nvPr>
        </p:nvSpPr>
        <p:spPr>
          <a:xfrm>
            <a:off x="831960" y="1709640"/>
            <a:ext cx="10515240" cy="13222800"/>
          </a:xfrm>
          <a:prstGeom prst="rect">
            <a:avLst/>
          </a:prstGeom>
          <a:noFill/>
          <a:ln w="0">
            <a:noFill/>
          </a:ln>
        </p:spPr>
        <p:txBody>
          <a:bodyPr lIns="0" tIns="0" rIns="0" bIns="0" anchor="ctr">
            <a:noAutofit/>
          </a:bodyPr>
          <a:lstStyle/>
          <a:p>
            <a:pPr algn="ctr">
              <a:buNone/>
            </a:pPr>
            <a:endParaRPr lang="fr-FR"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3" name="PlaceHolder 1"/>
          <p:cNvSpPr>
            <a:spLocks noGrp="1"/>
          </p:cNvSpPr>
          <p:nvPr>
            <p:ph type="title"/>
          </p:nvPr>
        </p:nvSpPr>
        <p:spPr>
          <a:xfrm>
            <a:off x="831960" y="1709640"/>
            <a:ext cx="10515240" cy="2852280"/>
          </a:xfrm>
          <a:prstGeom prst="rect">
            <a:avLst/>
          </a:prstGeom>
          <a:noFill/>
          <a:ln w="0">
            <a:noFill/>
          </a:ln>
        </p:spPr>
        <p:txBody>
          <a:bodyPr lIns="0" tIns="0" rIns="0" bIns="0" anchor="ctr">
            <a:noAutofit/>
          </a:bodyPr>
          <a:lstStyle/>
          <a:p>
            <a:endParaRPr lang="fr-FR" sz="1800" b="0" strike="noStrike" spc="-1">
              <a:solidFill>
                <a:srgbClr val="000000"/>
              </a:solidFill>
              <a:latin typeface="Calibri"/>
            </a:endParaRPr>
          </a:p>
        </p:txBody>
      </p:sp>
      <p:sp>
        <p:nvSpPr>
          <p:cNvPr id="54" name="PlaceHolder 2"/>
          <p:cNvSpPr>
            <a:spLocks noGrp="1"/>
          </p:cNvSpPr>
          <p:nvPr>
            <p:ph/>
          </p:nvPr>
        </p:nvSpPr>
        <p:spPr>
          <a:xfrm>
            <a:off x="831960" y="4589640"/>
            <a:ext cx="5131080" cy="715320"/>
          </a:xfrm>
          <a:prstGeom prst="rect">
            <a:avLst/>
          </a:prstGeom>
          <a:noFill/>
          <a:ln w="0">
            <a:noFill/>
          </a:ln>
        </p:spPr>
        <p:txBody>
          <a:bodyPr lIns="0" tIns="0" rIns="0" bIns="0" anchor="t">
            <a:normAutofit/>
          </a:bodyPr>
          <a:lstStyle/>
          <a:p>
            <a:pPr>
              <a:lnSpc>
                <a:spcPct val="90000"/>
              </a:lnSpc>
              <a:spcBef>
                <a:spcPts val="1417"/>
              </a:spcBef>
              <a:buNone/>
            </a:pPr>
            <a:endParaRPr lang="fr-FR" sz="2800" b="0" strike="noStrike" spc="-1">
              <a:solidFill>
                <a:srgbClr val="202529"/>
              </a:solidFill>
              <a:latin typeface="Open Sans"/>
            </a:endParaRPr>
          </a:p>
        </p:txBody>
      </p:sp>
      <p:sp>
        <p:nvSpPr>
          <p:cNvPr id="55" name="PlaceHolder 3"/>
          <p:cNvSpPr>
            <a:spLocks noGrp="1"/>
          </p:cNvSpPr>
          <p:nvPr>
            <p:ph/>
          </p:nvPr>
        </p:nvSpPr>
        <p:spPr>
          <a:xfrm>
            <a:off x="6220080" y="4589640"/>
            <a:ext cx="5131080" cy="1499760"/>
          </a:xfrm>
          <a:prstGeom prst="rect">
            <a:avLst/>
          </a:prstGeom>
          <a:noFill/>
          <a:ln w="0">
            <a:noFill/>
          </a:ln>
        </p:spPr>
        <p:txBody>
          <a:bodyPr lIns="0" tIns="0" rIns="0" bIns="0" anchor="t">
            <a:normAutofit/>
          </a:bodyPr>
          <a:lstStyle/>
          <a:p>
            <a:pPr>
              <a:lnSpc>
                <a:spcPct val="90000"/>
              </a:lnSpc>
              <a:spcBef>
                <a:spcPts val="1417"/>
              </a:spcBef>
              <a:buNone/>
            </a:pPr>
            <a:endParaRPr lang="fr-FR" sz="2800" b="0" strike="noStrike" spc="-1">
              <a:solidFill>
                <a:srgbClr val="202529"/>
              </a:solidFill>
              <a:latin typeface="Open Sans"/>
            </a:endParaRPr>
          </a:p>
        </p:txBody>
      </p:sp>
      <p:sp>
        <p:nvSpPr>
          <p:cNvPr id="56" name="PlaceHolder 4"/>
          <p:cNvSpPr>
            <a:spLocks noGrp="1"/>
          </p:cNvSpPr>
          <p:nvPr>
            <p:ph/>
          </p:nvPr>
        </p:nvSpPr>
        <p:spPr>
          <a:xfrm>
            <a:off x="831960" y="5373360"/>
            <a:ext cx="5131080" cy="715320"/>
          </a:xfrm>
          <a:prstGeom prst="rect">
            <a:avLst/>
          </a:prstGeom>
          <a:noFill/>
          <a:ln w="0">
            <a:noFill/>
          </a:ln>
        </p:spPr>
        <p:txBody>
          <a:bodyPr lIns="0" tIns="0" rIns="0" bIns="0" anchor="t">
            <a:normAutofit/>
          </a:bodyPr>
          <a:lstStyle/>
          <a:p>
            <a:pPr>
              <a:lnSpc>
                <a:spcPct val="90000"/>
              </a:lnSpc>
              <a:spcBef>
                <a:spcPts val="1417"/>
              </a:spcBef>
              <a:buNone/>
            </a:pPr>
            <a:endParaRPr lang="fr-FR" sz="2800" b="0" strike="noStrike" spc="-1">
              <a:solidFill>
                <a:srgbClr val="202529"/>
              </a:solidFill>
              <a:latin typeface="Open San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7" name="PlaceHolder 1"/>
          <p:cNvSpPr>
            <a:spLocks noGrp="1"/>
          </p:cNvSpPr>
          <p:nvPr>
            <p:ph type="title"/>
          </p:nvPr>
        </p:nvSpPr>
        <p:spPr>
          <a:xfrm>
            <a:off x="831960" y="1709640"/>
            <a:ext cx="10515240" cy="2852280"/>
          </a:xfrm>
          <a:prstGeom prst="rect">
            <a:avLst/>
          </a:prstGeom>
          <a:noFill/>
          <a:ln w="0">
            <a:noFill/>
          </a:ln>
        </p:spPr>
        <p:txBody>
          <a:bodyPr lIns="0" tIns="0" rIns="0" bIns="0" anchor="ctr">
            <a:noAutofit/>
          </a:bodyPr>
          <a:lstStyle/>
          <a:p>
            <a:endParaRPr lang="fr-FR" sz="1800" b="0" strike="noStrike" spc="-1">
              <a:solidFill>
                <a:srgbClr val="000000"/>
              </a:solidFill>
              <a:latin typeface="Calibri"/>
            </a:endParaRPr>
          </a:p>
        </p:txBody>
      </p:sp>
      <p:sp>
        <p:nvSpPr>
          <p:cNvPr id="58" name="PlaceHolder 2"/>
          <p:cNvSpPr>
            <a:spLocks noGrp="1"/>
          </p:cNvSpPr>
          <p:nvPr>
            <p:ph/>
          </p:nvPr>
        </p:nvSpPr>
        <p:spPr>
          <a:xfrm>
            <a:off x="831960" y="4589640"/>
            <a:ext cx="5131080" cy="1499760"/>
          </a:xfrm>
          <a:prstGeom prst="rect">
            <a:avLst/>
          </a:prstGeom>
          <a:noFill/>
          <a:ln w="0">
            <a:noFill/>
          </a:ln>
        </p:spPr>
        <p:txBody>
          <a:bodyPr lIns="0" tIns="0" rIns="0" bIns="0" anchor="t">
            <a:normAutofit/>
          </a:bodyPr>
          <a:lstStyle/>
          <a:p>
            <a:pPr>
              <a:lnSpc>
                <a:spcPct val="90000"/>
              </a:lnSpc>
              <a:spcBef>
                <a:spcPts val="1417"/>
              </a:spcBef>
              <a:buNone/>
            </a:pPr>
            <a:endParaRPr lang="fr-FR" sz="2800" b="0" strike="noStrike" spc="-1">
              <a:solidFill>
                <a:srgbClr val="202529"/>
              </a:solidFill>
              <a:latin typeface="Open Sans"/>
            </a:endParaRPr>
          </a:p>
        </p:txBody>
      </p:sp>
      <p:sp>
        <p:nvSpPr>
          <p:cNvPr id="59" name="PlaceHolder 3"/>
          <p:cNvSpPr>
            <a:spLocks noGrp="1"/>
          </p:cNvSpPr>
          <p:nvPr>
            <p:ph/>
          </p:nvPr>
        </p:nvSpPr>
        <p:spPr>
          <a:xfrm>
            <a:off x="6220080" y="4589640"/>
            <a:ext cx="5131080" cy="715320"/>
          </a:xfrm>
          <a:prstGeom prst="rect">
            <a:avLst/>
          </a:prstGeom>
          <a:noFill/>
          <a:ln w="0">
            <a:noFill/>
          </a:ln>
        </p:spPr>
        <p:txBody>
          <a:bodyPr lIns="0" tIns="0" rIns="0" bIns="0" anchor="t">
            <a:normAutofit/>
          </a:bodyPr>
          <a:lstStyle/>
          <a:p>
            <a:pPr>
              <a:lnSpc>
                <a:spcPct val="90000"/>
              </a:lnSpc>
              <a:spcBef>
                <a:spcPts val="1417"/>
              </a:spcBef>
              <a:buNone/>
            </a:pPr>
            <a:endParaRPr lang="fr-FR" sz="2800" b="0" strike="noStrike" spc="-1">
              <a:solidFill>
                <a:srgbClr val="202529"/>
              </a:solidFill>
              <a:latin typeface="Open Sans"/>
            </a:endParaRPr>
          </a:p>
        </p:txBody>
      </p:sp>
      <p:sp>
        <p:nvSpPr>
          <p:cNvPr id="60" name="PlaceHolder 4"/>
          <p:cNvSpPr>
            <a:spLocks noGrp="1"/>
          </p:cNvSpPr>
          <p:nvPr>
            <p:ph/>
          </p:nvPr>
        </p:nvSpPr>
        <p:spPr>
          <a:xfrm>
            <a:off x="6220080" y="5373360"/>
            <a:ext cx="5131080" cy="715320"/>
          </a:xfrm>
          <a:prstGeom prst="rect">
            <a:avLst/>
          </a:prstGeom>
          <a:noFill/>
          <a:ln w="0">
            <a:noFill/>
          </a:ln>
        </p:spPr>
        <p:txBody>
          <a:bodyPr lIns="0" tIns="0" rIns="0" bIns="0" anchor="t">
            <a:normAutofit/>
          </a:bodyPr>
          <a:lstStyle/>
          <a:p>
            <a:pPr>
              <a:lnSpc>
                <a:spcPct val="90000"/>
              </a:lnSpc>
              <a:spcBef>
                <a:spcPts val="1417"/>
              </a:spcBef>
              <a:buNone/>
            </a:pPr>
            <a:endParaRPr lang="fr-FR" sz="2800" b="0" strike="noStrike" spc="-1">
              <a:solidFill>
                <a:srgbClr val="202529"/>
              </a:solidFill>
              <a:latin typeface="Open Sa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831960" y="1709640"/>
            <a:ext cx="10515240" cy="2852280"/>
          </a:xfrm>
          <a:prstGeom prst="rect">
            <a:avLst/>
          </a:prstGeom>
          <a:noFill/>
          <a:ln w="0">
            <a:noFill/>
          </a:ln>
        </p:spPr>
        <p:txBody>
          <a:bodyPr lIns="0" tIns="0" rIns="0" bIns="0" anchor="ctr">
            <a:noAutofit/>
          </a:bodyPr>
          <a:lstStyle/>
          <a:p>
            <a:endParaRPr lang="fr-FR" sz="1800" b="0" strike="noStrike" spc="-1">
              <a:solidFill>
                <a:srgbClr val="000000"/>
              </a:solidFill>
              <a:latin typeface="Calibri"/>
            </a:endParaRPr>
          </a:p>
        </p:txBody>
      </p:sp>
      <p:sp>
        <p:nvSpPr>
          <p:cNvPr id="62" name="PlaceHolder 2"/>
          <p:cNvSpPr>
            <a:spLocks noGrp="1"/>
          </p:cNvSpPr>
          <p:nvPr>
            <p:ph/>
          </p:nvPr>
        </p:nvSpPr>
        <p:spPr>
          <a:xfrm>
            <a:off x="831960" y="4589640"/>
            <a:ext cx="5131080" cy="715320"/>
          </a:xfrm>
          <a:prstGeom prst="rect">
            <a:avLst/>
          </a:prstGeom>
          <a:noFill/>
          <a:ln w="0">
            <a:noFill/>
          </a:ln>
        </p:spPr>
        <p:txBody>
          <a:bodyPr lIns="0" tIns="0" rIns="0" bIns="0" anchor="t">
            <a:normAutofit/>
          </a:bodyPr>
          <a:lstStyle/>
          <a:p>
            <a:pPr>
              <a:lnSpc>
                <a:spcPct val="90000"/>
              </a:lnSpc>
              <a:spcBef>
                <a:spcPts val="1417"/>
              </a:spcBef>
              <a:buNone/>
            </a:pPr>
            <a:endParaRPr lang="fr-FR" sz="2800" b="0" strike="noStrike" spc="-1">
              <a:solidFill>
                <a:srgbClr val="202529"/>
              </a:solidFill>
              <a:latin typeface="Open Sans"/>
            </a:endParaRPr>
          </a:p>
        </p:txBody>
      </p:sp>
      <p:sp>
        <p:nvSpPr>
          <p:cNvPr id="63" name="PlaceHolder 3"/>
          <p:cNvSpPr>
            <a:spLocks noGrp="1"/>
          </p:cNvSpPr>
          <p:nvPr>
            <p:ph/>
          </p:nvPr>
        </p:nvSpPr>
        <p:spPr>
          <a:xfrm>
            <a:off x="6220080" y="4589640"/>
            <a:ext cx="5131080" cy="715320"/>
          </a:xfrm>
          <a:prstGeom prst="rect">
            <a:avLst/>
          </a:prstGeom>
          <a:noFill/>
          <a:ln w="0">
            <a:noFill/>
          </a:ln>
        </p:spPr>
        <p:txBody>
          <a:bodyPr lIns="0" tIns="0" rIns="0" bIns="0" anchor="t">
            <a:normAutofit/>
          </a:bodyPr>
          <a:lstStyle/>
          <a:p>
            <a:pPr>
              <a:lnSpc>
                <a:spcPct val="90000"/>
              </a:lnSpc>
              <a:spcBef>
                <a:spcPts val="1417"/>
              </a:spcBef>
              <a:buNone/>
            </a:pPr>
            <a:endParaRPr lang="fr-FR" sz="2800" b="0" strike="noStrike" spc="-1">
              <a:solidFill>
                <a:srgbClr val="202529"/>
              </a:solidFill>
              <a:latin typeface="Open Sans"/>
            </a:endParaRPr>
          </a:p>
        </p:txBody>
      </p:sp>
      <p:sp>
        <p:nvSpPr>
          <p:cNvPr id="64" name="PlaceHolder 4"/>
          <p:cNvSpPr>
            <a:spLocks noGrp="1"/>
          </p:cNvSpPr>
          <p:nvPr>
            <p:ph/>
          </p:nvPr>
        </p:nvSpPr>
        <p:spPr>
          <a:xfrm>
            <a:off x="831960" y="5373360"/>
            <a:ext cx="10515240" cy="715320"/>
          </a:xfrm>
          <a:prstGeom prst="rect">
            <a:avLst/>
          </a:prstGeom>
          <a:noFill/>
          <a:ln w="0">
            <a:noFill/>
          </a:ln>
        </p:spPr>
        <p:txBody>
          <a:bodyPr lIns="0" tIns="0" rIns="0" bIns="0" anchor="t">
            <a:normAutofit/>
          </a:bodyPr>
          <a:lstStyle/>
          <a:p>
            <a:pPr>
              <a:lnSpc>
                <a:spcPct val="90000"/>
              </a:lnSpc>
              <a:spcBef>
                <a:spcPts val="1417"/>
              </a:spcBef>
              <a:buNone/>
            </a:pPr>
            <a:endParaRPr lang="fr-FR" sz="2800" b="0" strike="noStrike" spc="-1">
              <a:solidFill>
                <a:srgbClr val="202529"/>
              </a:solidFill>
              <a:latin typeface="Open San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5" name="PlaceHolder 1"/>
          <p:cNvSpPr>
            <a:spLocks noGrp="1"/>
          </p:cNvSpPr>
          <p:nvPr>
            <p:ph type="title"/>
          </p:nvPr>
        </p:nvSpPr>
        <p:spPr>
          <a:xfrm>
            <a:off x="831960" y="1709640"/>
            <a:ext cx="10515240" cy="2852280"/>
          </a:xfrm>
          <a:prstGeom prst="rect">
            <a:avLst/>
          </a:prstGeom>
          <a:noFill/>
          <a:ln w="0">
            <a:noFill/>
          </a:ln>
        </p:spPr>
        <p:txBody>
          <a:bodyPr lIns="0" tIns="0" rIns="0" bIns="0" anchor="ctr">
            <a:noAutofit/>
          </a:bodyPr>
          <a:lstStyle/>
          <a:p>
            <a:endParaRPr lang="fr-FR" sz="1800" b="0" strike="noStrike" spc="-1">
              <a:solidFill>
                <a:srgbClr val="000000"/>
              </a:solidFill>
              <a:latin typeface="Calibri"/>
            </a:endParaRPr>
          </a:p>
        </p:txBody>
      </p:sp>
      <p:sp>
        <p:nvSpPr>
          <p:cNvPr id="66" name="PlaceHolder 2"/>
          <p:cNvSpPr>
            <a:spLocks noGrp="1"/>
          </p:cNvSpPr>
          <p:nvPr>
            <p:ph/>
          </p:nvPr>
        </p:nvSpPr>
        <p:spPr>
          <a:xfrm>
            <a:off x="831960" y="4589640"/>
            <a:ext cx="10515240" cy="715320"/>
          </a:xfrm>
          <a:prstGeom prst="rect">
            <a:avLst/>
          </a:prstGeom>
          <a:noFill/>
          <a:ln w="0">
            <a:noFill/>
          </a:ln>
        </p:spPr>
        <p:txBody>
          <a:bodyPr lIns="0" tIns="0" rIns="0" bIns="0" anchor="t">
            <a:normAutofit/>
          </a:bodyPr>
          <a:lstStyle/>
          <a:p>
            <a:pPr>
              <a:lnSpc>
                <a:spcPct val="90000"/>
              </a:lnSpc>
              <a:spcBef>
                <a:spcPts val="1417"/>
              </a:spcBef>
              <a:buNone/>
            </a:pPr>
            <a:endParaRPr lang="fr-FR" sz="2800" b="0" strike="noStrike" spc="-1">
              <a:solidFill>
                <a:srgbClr val="202529"/>
              </a:solidFill>
              <a:latin typeface="Open Sans"/>
            </a:endParaRPr>
          </a:p>
        </p:txBody>
      </p:sp>
      <p:sp>
        <p:nvSpPr>
          <p:cNvPr id="67" name="PlaceHolder 3"/>
          <p:cNvSpPr>
            <a:spLocks noGrp="1"/>
          </p:cNvSpPr>
          <p:nvPr>
            <p:ph/>
          </p:nvPr>
        </p:nvSpPr>
        <p:spPr>
          <a:xfrm>
            <a:off x="831960" y="5373360"/>
            <a:ext cx="10515240" cy="715320"/>
          </a:xfrm>
          <a:prstGeom prst="rect">
            <a:avLst/>
          </a:prstGeom>
          <a:noFill/>
          <a:ln w="0">
            <a:noFill/>
          </a:ln>
        </p:spPr>
        <p:txBody>
          <a:bodyPr lIns="0" tIns="0" rIns="0" bIns="0" anchor="t">
            <a:normAutofit/>
          </a:bodyPr>
          <a:lstStyle/>
          <a:p>
            <a:pPr>
              <a:lnSpc>
                <a:spcPct val="90000"/>
              </a:lnSpc>
              <a:spcBef>
                <a:spcPts val="1417"/>
              </a:spcBef>
              <a:buNone/>
            </a:pPr>
            <a:endParaRPr lang="fr-FR" sz="2800" b="0" strike="noStrike" spc="-1">
              <a:solidFill>
                <a:srgbClr val="202529"/>
              </a:solidFill>
              <a:latin typeface="Open San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68" name="PlaceHolder 1"/>
          <p:cNvSpPr>
            <a:spLocks noGrp="1"/>
          </p:cNvSpPr>
          <p:nvPr>
            <p:ph type="title"/>
          </p:nvPr>
        </p:nvSpPr>
        <p:spPr>
          <a:xfrm>
            <a:off x="831960" y="1709640"/>
            <a:ext cx="10515240" cy="2852280"/>
          </a:xfrm>
          <a:prstGeom prst="rect">
            <a:avLst/>
          </a:prstGeom>
          <a:noFill/>
          <a:ln w="0">
            <a:noFill/>
          </a:ln>
        </p:spPr>
        <p:txBody>
          <a:bodyPr lIns="0" tIns="0" rIns="0" bIns="0" anchor="ctr">
            <a:noAutofit/>
          </a:bodyPr>
          <a:lstStyle/>
          <a:p>
            <a:endParaRPr lang="fr-FR" sz="1800" b="0" strike="noStrike" spc="-1">
              <a:solidFill>
                <a:srgbClr val="000000"/>
              </a:solidFill>
              <a:latin typeface="Calibri"/>
            </a:endParaRPr>
          </a:p>
        </p:txBody>
      </p:sp>
      <p:sp>
        <p:nvSpPr>
          <p:cNvPr id="69" name="PlaceHolder 2"/>
          <p:cNvSpPr>
            <a:spLocks noGrp="1"/>
          </p:cNvSpPr>
          <p:nvPr>
            <p:ph/>
          </p:nvPr>
        </p:nvSpPr>
        <p:spPr>
          <a:xfrm>
            <a:off x="831960" y="4589640"/>
            <a:ext cx="5131080" cy="715320"/>
          </a:xfrm>
          <a:prstGeom prst="rect">
            <a:avLst/>
          </a:prstGeom>
          <a:noFill/>
          <a:ln w="0">
            <a:noFill/>
          </a:ln>
        </p:spPr>
        <p:txBody>
          <a:bodyPr lIns="0" tIns="0" rIns="0" bIns="0" anchor="t">
            <a:normAutofit/>
          </a:bodyPr>
          <a:lstStyle/>
          <a:p>
            <a:pPr>
              <a:lnSpc>
                <a:spcPct val="90000"/>
              </a:lnSpc>
              <a:spcBef>
                <a:spcPts val="1417"/>
              </a:spcBef>
              <a:buNone/>
            </a:pPr>
            <a:endParaRPr lang="fr-FR" sz="2800" b="0" strike="noStrike" spc="-1">
              <a:solidFill>
                <a:srgbClr val="202529"/>
              </a:solidFill>
              <a:latin typeface="Open Sans"/>
            </a:endParaRPr>
          </a:p>
        </p:txBody>
      </p:sp>
      <p:sp>
        <p:nvSpPr>
          <p:cNvPr id="70" name="PlaceHolder 3"/>
          <p:cNvSpPr>
            <a:spLocks noGrp="1"/>
          </p:cNvSpPr>
          <p:nvPr>
            <p:ph/>
          </p:nvPr>
        </p:nvSpPr>
        <p:spPr>
          <a:xfrm>
            <a:off x="6220080" y="4589640"/>
            <a:ext cx="5131080" cy="715320"/>
          </a:xfrm>
          <a:prstGeom prst="rect">
            <a:avLst/>
          </a:prstGeom>
          <a:noFill/>
          <a:ln w="0">
            <a:noFill/>
          </a:ln>
        </p:spPr>
        <p:txBody>
          <a:bodyPr lIns="0" tIns="0" rIns="0" bIns="0" anchor="t">
            <a:normAutofit/>
          </a:bodyPr>
          <a:lstStyle/>
          <a:p>
            <a:pPr>
              <a:lnSpc>
                <a:spcPct val="90000"/>
              </a:lnSpc>
              <a:spcBef>
                <a:spcPts val="1417"/>
              </a:spcBef>
              <a:buNone/>
            </a:pPr>
            <a:endParaRPr lang="fr-FR" sz="2800" b="0" strike="noStrike" spc="-1">
              <a:solidFill>
                <a:srgbClr val="202529"/>
              </a:solidFill>
              <a:latin typeface="Open Sans"/>
            </a:endParaRPr>
          </a:p>
        </p:txBody>
      </p:sp>
      <p:sp>
        <p:nvSpPr>
          <p:cNvPr id="71" name="PlaceHolder 4"/>
          <p:cNvSpPr>
            <a:spLocks noGrp="1"/>
          </p:cNvSpPr>
          <p:nvPr>
            <p:ph/>
          </p:nvPr>
        </p:nvSpPr>
        <p:spPr>
          <a:xfrm>
            <a:off x="831960" y="5373360"/>
            <a:ext cx="5131080" cy="715320"/>
          </a:xfrm>
          <a:prstGeom prst="rect">
            <a:avLst/>
          </a:prstGeom>
          <a:noFill/>
          <a:ln w="0">
            <a:noFill/>
          </a:ln>
        </p:spPr>
        <p:txBody>
          <a:bodyPr lIns="0" tIns="0" rIns="0" bIns="0" anchor="t">
            <a:normAutofit/>
          </a:bodyPr>
          <a:lstStyle/>
          <a:p>
            <a:pPr>
              <a:lnSpc>
                <a:spcPct val="90000"/>
              </a:lnSpc>
              <a:spcBef>
                <a:spcPts val="1417"/>
              </a:spcBef>
              <a:buNone/>
            </a:pPr>
            <a:endParaRPr lang="fr-FR" sz="2800" b="0" strike="noStrike" spc="-1">
              <a:solidFill>
                <a:srgbClr val="202529"/>
              </a:solidFill>
              <a:latin typeface="Open Sans"/>
            </a:endParaRPr>
          </a:p>
        </p:txBody>
      </p:sp>
      <p:sp>
        <p:nvSpPr>
          <p:cNvPr id="72" name="PlaceHolder 5"/>
          <p:cNvSpPr>
            <a:spLocks noGrp="1"/>
          </p:cNvSpPr>
          <p:nvPr>
            <p:ph/>
          </p:nvPr>
        </p:nvSpPr>
        <p:spPr>
          <a:xfrm>
            <a:off x="6220080" y="5373360"/>
            <a:ext cx="5131080" cy="715320"/>
          </a:xfrm>
          <a:prstGeom prst="rect">
            <a:avLst/>
          </a:prstGeom>
          <a:noFill/>
          <a:ln w="0">
            <a:noFill/>
          </a:ln>
        </p:spPr>
        <p:txBody>
          <a:bodyPr lIns="0" tIns="0" rIns="0" bIns="0" anchor="t">
            <a:normAutofit/>
          </a:bodyPr>
          <a:lstStyle/>
          <a:p>
            <a:pPr>
              <a:lnSpc>
                <a:spcPct val="90000"/>
              </a:lnSpc>
              <a:spcBef>
                <a:spcPts val="1417"/>
              </a:spcBef>
              <a:buNone/>
            </a:pPr>
            <a:endParaRPr lang="fr-FR" sz="2800" b="0" strike="noStrike" spc="-1">
              <a:solidFill>
                <a:srgbClr val="202529"/>
              </a:solidFill>
              <a:latin typeface="Open San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3" name="PlaceHolder 1"/>
          <p:cNvSpPr>
            <a:spLocks noGrp="1"/>
          </p:cNvSpPr>
          <p:nvPr>
            <p:ph type="title"/>
          </p:nvPr>
        </p:nvSpPr>
        <p:spPr>
          <a:xfrm>
            <a:off x="831960" y="1709640"/>
            <a:ext cx="10515240" cy="2852280"/>
          </a:xfrm>
          <a:prstGeom prst="rect">
            <a:avLst/>
          </a:prstGeom>
          <a:noFill/>
          <a:ln w="0">
            <a:noFill/>
          </a:ln>
        </p:spPr>
        <p:txBody>
          <a:bodyPr lIns="0" tIns="0" rIns="0" bIns="0" anchor="ctr">
            <a:noAutofit/>
          </a:bodyPr>
          <a:lstStyle/>
          <a:p>
            <a:endParaRPr lang="fr-FR" sz="1800" b="0" strike="noStrike" spc="-1">
              <a:solidFill>
                <a:srgbClr val="000000"/>
              </a:solidFill>
              <a:latin typeface="Calibri"/>
            </a:endParaRPr>
          </a:p>
        </p:txBody>
      </p:sp>
      <p:sp>
        <p:nvSpPr>
          <p:cNvPr id="74" name="PlaceHolder 2"/>
          <p:cNvSpPr>
            <a:spLocks noGrp="1"/>
          </p:cNvSpPr>
          <p:nvPr>
            <p:ph/>
          </p:nvPr>
        </p:nvSpPr>
        <p:spPr>
          <a:xfrm>
            <a:off x="831960" y="4589640"/>
            <a:ext cx="3385800" cy="715320"/>
          </a:xfrm>
          <a:prstGeom prst="rect">
            <a:avLst/>
          </a:prstGeom>
          <a:noFill/>
          <a:ln w="0">
            <a:noFill/>
          </a:ln>
        </p:spPr>
        <p:txBody>
          <a:bodyPr lIns="0" tIns="0" rIns="0" bIns="0" anchor="t">
            <a:normAutofit/>
          </a:bodyPr>
          <a:lstStyle/>
          <a:p>
            <a:pPr>
              <a:lnSpc>
                <a:spcPct val="90000"/>
              </a:lnSpc>
              <a:spcBef>
                <a:spcPts val="1417"/>
              </a:spcBef>
              <a:buNone/>
            </a:pPr>
            <a:endParaRPr lang="fr-FR" sz="2800" b="0" strike="noStrike" spc="-1">
              <a:solidFill>
                <a:srgbClr val="202529"/>
              </a:solidFill>
              <a:latin typeface="Open Sans"/>
            </a:endParaRPr>
          </a:p>
        </p:txBody>
      </p:sp>
      <p:sp>
        <p:nvSpPr>
          <p:cNvPr id="75" name="PlaceHolder 3"/>
          <p:cNvSpPr>
            <a:spLocks noGrp="1"/>
          </p:cNvSpPr>
          <p:nvPr>
            <p:ph/>
          </p:nvPr>
        </p:nvSpPr>
        <p:spPr>
          <a:xfrm>
            <a:off x="4387320" y="4589640"/>
            <a:ext cx="3385800" cy="715320"/>
          </a:xfrm>
          <a:prstGeom prst="rect">
            <a:avLst/>
          </a:prstGeom>
          <a:noFill/>
          <a:ln w="0">
            <a:noFill/>
          </a:ln>
        </p:spPr>
        <p:txBody>
          <a:bodyPr lIns="0" tIns="0" rIns="0" bIns="0" anchor="t">
            <a:normAutofit/>
          </a:bodyPr>
          <a:lstStyle/>
          <a:p>
            <a:pPr>
              <a:lnSpc>
                <a:spcPct val="90000"/>
              </a:lnSpc>
              <a:spcBef>
                <a:spcPts val="1417"/>
              </a:spcBef>
              <a:buNone/>
            </a:pPr>
            <a:endParaRPr lang="fr-FR" sz="2800" b="0" strike="noStrike" spc="-1">
              <a:solidFill>
                <a:srgbClr val="202529"/>
              </a:solidFill>
              <a:latin typeface="Open Sans"/>
            </a:endParaRPr>
          </a:p>
        </p:txBody>
      </p:sp>
      <p:sp>
        <p:nvSpPr>
          <p:cNvPr id="76" name="PlaceHolder 4"/>
          <p:cNvSpPr>
            <a:spLocks noGrp="1"/>
          </p:cNvSpPr>
          <p:nvPr>
            <p:ph/>
          </p:nvPr>
        </p:nvSpPr>
        <p:spPr>
          <a:xfrm>
            <a:off x="7943040" y="4589640"/>
            <a:ext cx="3385800" cy="715320"/>
          </a:xfrm>
          <a:prstGeom prst="rect">
            <a:avLst/>
          </a:prstGeom>
          <a:noFill/>
          <a:ln w="0">
            <a:noFill/>
          </a:ln>
        </p:spPr>
        <p:txBody>
          <a:bodyPr lIns="0" tIns="0" rIns="0" bIns="0" anchor="t">
            <a:normAutofit/>
          </a:bodyPr>
          <a:lstStyle/>
          <a:p>
            <a:pPr>
              <a:lnSpc>
                <a:spcPct val="90000"/>
              </a:lnSpc>
              <a:spcBef>
                <a:spcPts val="1417"/>
              </a:spcBef>
              <a:buNone/>
            </a:pPr>
            <a:endParaRPr lang="fr-FR" sz="2800" b="0" strike="noStrike" spc="-1">
              <a:solidFill>
                <a:srgbClr val="202529"/>
              </a:solidFill>
              <a:latin typeface="Open Sans"/>
            </a:endParaRPr>
          </a:p>
        </p:txBody>
      </p:sp>
      <p:sp>
        <p:nvSpPr>
          <p:cNvPr id="77" name="PlaceHolder 5"/>
          <p:cNvSpPr>
            <a:spLocks noGrp="1"/>
          </p:cNvSpPr>
          <p:nvPr>
            <p:ph/>
          </p:nvPr>
        </p:nvSpPr>
        <p:spPr>
          <a:xfrm>
            <a:off x="831960" y="5373360"/>
            <a:ext cx="3385800" cy="715320"/>
          </a:xfrm>
          <a:prstGeom prst="rect">
            <a:avLst/>
          </a:prstGeom>
          <a:noFill/>
          <a:ln w="0">
            <a:noFill/>
          </a:ln>
        </p:spPr>
        <p:txBody>
          <a:bodyPr lIns="0" tIns="0" rIns="0" bIns="0" anchor="t">
            <a:normAutofit/>
          </a:bodyPr>
          <a:lstStyle/>
          <a:p>
            <a:pPr>
              <a:lnSpc>
                <a:spcPct val="90000"/>
              </a:lnSpc>
              <a:spcBef>
                <a:spcPts val="1417"/>
              </a:spcBef>
              <a:buNone/>
            </a:pPr>
            <a:endParaRPr lang="fr-FR" sz="2800" b="0" strike="noStrike" spc="-1">
              <a:solidFill>
                <a:srgbClr val="202529"/>
              </a:solidFill>
              <a:latin typeface="Open Sans"/>
            </a:endParaRPr>
          </a:p>
        </p:txBody>
      </p:sp>
      <p:sp>
        <p:nvSpPr>
          <p:cNvPr id="78" name="PlaceHolder 6"/>
          <p:cNvSpPr>
            <a:spLocks noGrp="1"/>
          </p:cNvSpPr>
          <p:nvPr>
            <p:ph/>
          </p:nvPr>
        </p:nvSpPr>
        <p:spPr>
          <a:xfrm>
            <a:off x="4387320" y="5373360"/>
            <a:ext cx="3385800" cy="715320"/>
          </a:xfrm>
          <a:prstGeom prst="rect">
            <a:avLst/>
          </a:prstGeom>
          <a:noFill/>
          <a:ln w="0">
            <a:noFill/>
          </a:ln>
        </p:spPr>
        <p:txBody>
          <a:bodyPr lIns="0" tIns="0" rIns="0" bIns="0" anchor="t">
            <a:normAutofit/>
          </a:bodyPr>
          <a:lstStyle/>
          <a:p>
            <a:pPr>
              <a:lnSpc>
                <a:spcPct val="90000"/>
              </a:lnSpc>
              <a:spcBef>
                <a:spcPts val="1417"/>
              </a:spcBef>
              <a:buNone/>
            </a:pPr>
            <a:endParaRPr lang="fr-FR" sz="2800" b="0" strike="noStrike" spc="-1">
              <a:solidFill>
                <a:srgbClr val="202529"/>
              </a:solidFill>
              <a:latin typeface="Open Sans"/>
            </a:endParaRPr>
          </a:p>
        </p:txBody>
      </p:sp>
      <p:sp>
        <p:nvSpPr>
          <p:cNvPr id="79" name="PlaceHolder 7"/>
          <p:cNvSpPr>
            <a:spLocks noGrp="1"/>
          </p:cNvSpPr>
          <p:nvPr>
            <p:ph/>
          </p:nvPr>
        </p:nvSpPr>
        <p:spPr>
          <a:xfrm>
            <a:off x="7943040" y="5373360"/>
            <a:ext cx="3385800" cy="715320"/>
          </a:xfrm>
          <a:prstGeom prst="rect">
            <a:avLst/>
          </a:prstGeom>
          <a:noFill/>
          <a:ln w="0">
            <a:noFill/>
          </a:ln>
        </p:spPr>
        <p:txBody>
          <a:bodyPr lIns="0" tIns="0" rIns="0" bIns="0" anchor="t">
            <a:normAutofit/>
          </a:bodyPr>
          <a:lstStyle/>
          <a:p>
            <a:pPr>
              <a:lnSpc>
                <a:spcPct val="90000"/>
              </a:lnSpc>
              <a:spcBef>
                <a:spcPts val="1417"/>
              </a:spcBef>
              <a:buNone/>
            </a:pPr>
            <a:endParaRPr lang="fr-FR" sz="2800" b="0" strike="noStrike" spc="-1">
              <a:solidFill>
                <a:srgbClr val="202529"/>
              </a:solidFill>
              <a:latin typeface="Open Sans"/>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82" name="PlaceHolder 1"/>
          <p:cNvSpPr>
            <a:spLocks noGrp="1"/>
          </p:cNvSpPr>
          <p:nvPr>
            <p:ph type="title"/>
          </p:nvPr>
        </p:nvSpPr>
        <p:spPr>
          <a:xfrm>
            <a:off x="831960" y="1709640"/>
            <a:ext cx="10515240" cy="2852280"/>
          </a:xfrm>
          <a:prstGeom prst="rect">
            <a:avLst/>
          </a:prstGeom>
          <a:noFill/>
          <a:ln w="0">
            <a:noFill/>
          </a:ln>
        </p:spPr>
        <p:txBody>
          <a:bodyPr lIns="0" tIns="0" rIns="0" bIns="0" anchor="ctr">
            <a:noAutofit/>
          </a:bodyPr>
          <a:lstStyle/>
          <a:p>
            <a:endParaRPr lang="fr-FR" sz="1800" b="0" strike="noStrike" spc="-1">
              <a:solidFill>
                <a:srgbClr val="000000"/>
              </a:solidFill>
              <a:latin typeface="Calibri"/>
            </a:endParaRPr>
          </a:p>
        </p:txBody>
      </p:sp>
      <p:sp>
        <p:nvSpPr>
          <p:cNvPr id="83" name="PlaceHolder 2"/>
          <p:cNvSpPr>
            <a:spLocks noGrp="1"/>
          </p:cNvSpPr>
          <p:nvPr>
            <p:ph type="subTitle"/>
          </p:nvPr>
        </p:nvSpPr>
        <p:spPr>
          <a:xfrm>
            <a:off x="831960" y="4589640"/>
            <a:ext cx="10515240" cy="1499760"/>
          </a:xfrm>
          <a:prstGeom prst="rect">
            <a:avLst/>
          </a:prstGeom>
          <a:noFill/>
          <a:ln w="0">
            <a:noFill/>
          </a:ln>
        </p:spPr>
        <p:txBody>
          <a:bodyPr lIns="0" tIns="0" rIns="0" bIns="0" anchor="ctr">
            <a:noAutofit/>
          </a:bodyPr>
          <a:lstStyle/>
          <a:p>
            <a:pPr algn="ctr">
              <a:buNone/>
            </a:pPr>
            <a:endParaRPr lang="fr-FR" sz="3200" b="0" strike="noStrike" spc="-1">
              <a:latin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84" name="PlaceHolder 1"/>
          <p:cNvSpPr>
            <a:spLocks noGrp="1"/>
          </p:cNvSpPr>
          <p:nvPr>
            <p:ph type="title"/>
          </p:nvPr>
        </p:nvSpPr>
        <p:spPr>
          <a:xfrm>
            <a:off x="831960" y="1709640"/>
            <a:ext cx="10515240" cy="2852280"/>
          </a:xfrm>
          <a:prstGeom prst="rect">
            <a:avLst/>
          </a:prstGeom>
          <a:noFill/>
          <a:ln w="0">
            <a:noFill/>
          </a:ln>
        </p:spPr>
        <p:txBody>
          <a:bodyPr lIns="0" tIns="0" rIns="0" bIns="0" anchor="ctr">
            <a:noAutofit/>
          </a:bodyPr>
          <a:lstStyle/>
          <a:p>
            <a:endParaRPr lang="fr-FR" sz="1800" b="0" strike="noStrike" spc="-1">
              <a:solidFill>
                <a:srgbClr val="000000"/>
              </a:solidFill>
              <a:latin typeface="Calibri"/>
            </a:endParaRPr>
          </a:p>
        </p:txBody>
      </p:sp>
      <p:sp>
        <p:nvSpPr>
          <p:cNvPr id="85" name="PlaceHolder 2"/>
          <p:cNvSpPr>
            <a:spLocks noGrp="1"/>
          </p:cNvSpPr>
          <p:nvPr>
            <p:ph/>
          </p:nvPr>
        </p:nvSpPr>
        <p:spPr>
          <a:xfrm>
            <a:off x="831960" y="4589640"/>
            <a:ext cx="10515240" cy="1499760"/>
          </a:xfrm>
          <a:prstGeom prst="rect">
            <a:avLst/>
          </a:prstGeom>
          <a:noFill/>
          <a:ln w="0">
            <a:noFill/>
          </a:ln>
        </p:spPr>
        <p:txBody>
          <a:bodyPr lIns="0" tIns="0" rIns="0" bIns="0" anchor="t">
            <a:normAutofit/>
          </a:bodyPr>
          <a:lstStyle/>
          <a:p>
            <a:pPr>
              <a:lnSpc>
                <a:spcPct val="90000"/>
              </a:lnSpc>
              <a:spcBef>
                <a:spcPts val="1417"/>
              </a:spcBef>
              <a:buNone/>
            </a:pPr>
            <a:endParaRPr lang="fr-FR" sz="2800" b="0" strike="noStrike" spc="-1">
              <a:solidFill>
                <a:srgbClr val="202529"/>
              </a:solidFill>
              <a:latin typeface="Open Sans"/>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86" name="PlaceHolder 1"/>
          <p:cNvSpPr>
            <a:spLocks noGrp="1"/>
          </p:cNvSpPr>
          <p:nvPr>
            <p:ph type="title"/>
          </p:nvPr>
        </p:nvSpPr>
        <p:spPr>
          <a:xfrm>
            <a:off x="831960" y="1709640"/>
            <a:ext cx="10515240" cy="2852280"/>
          </a:xfrm>
          <a:prstGeom prst="rect">
            <a:avLst/>
          </a:prstGeom>
          <a:noFill/>
          <a:ln w="0">
            <a:noFill/>
          </a:ln>
        </p:spPr>
        <p:txBody>
          <a:bodyPr lIns="0" tIns="0" rIns="0" bIns="0" anchor="ctr">
            <a:noAutofit/>
          </a:bodyPr>
          <a:lstStyle/>
          <a:p>
            <a:endParaRPr lang="fr-FR" sz="1800" b="0" strike="noStrike" spc="-1">
              <a:solidFill>
                <a:srgbClr val="000000"/>
              </a:solidFill>
              <a:latin typeface="Calibri"/>
            </a:endParaRPr>
          </a:p>
        </p:txBody>
      </p:sp>
      <p:sp>
        <p:nvSpPr>
          <p:cNvPr id="87" name="PlaceHolder 2"/>
          <p:cNvSpPr>
            <a:spLocks noGrp="1"/>
          </p:cNvSpPr>
          <p:nvPr>
            <p:ph/>
          </p:nvPr>
        </p:nvSpPr>
        <p:spPr>
          <a:xfrm>
            <a:off x="831960" y="4589640"/>
            <a:ext cx="5131080" cy="1499760"/>
          </a:xfrm>
          <a:prstGeom prst="rect">
            <a:avLst/>
          </a:prstGeom>
          <a:noFill/>
          <a:ln w="0">
            <a:noFill/>
          </a:ln>
        </p:spPr>
        <p:txBody>
          <a:bodyPr lIns="0" tIns="0" rIns="0" bIns="0" anchor="t">
            <a:normAutofit/>
          </a:bodyPr>
          <a:lstStyle/>
          <a:p>
            <a:pPr>
              <a:lnSpc>
                <a:spcPct val="90000"/>
              </a:lnSpc>
              <a:spcBef>
                <a:spcPts val="1417"/>
              </a:spcBef>
              <a:buNone/>
            </a:pPr>
            <a:endParaRPr lang="fr-FR" sz="2800" b="0" strike="noStrike" spc="-1">
              <a:solidFill>
                <a:srgbClr val="202529"/>
              </a:solidFill>
              <a:latin typeface="Open Sans"/>
            </a:endParaRPr>
          </a:p>
        </p:txBody>
      </p:sp>
      <p:sp>
        <p:nvSpPr>
          <p:cNvPr id="88" name="PlaceHolder 3"/>
          <p:cNvSpPr>
            <a:spLocks noGrp="1"/>
          </p:cNvSpPr>
          <p:nvPr>
            <p:ph/>
          </p:nvPr>
        </p:nvSpPr>
        <p:spPr>
          <a:xfrm>
            <a:off x="6220080" y="4589640"/>
            <a:ext cx="5131080" cy="1499760"/>
          </a:xfrm>
          <a:prstGeom prst="rect">
            <a:avLst/>
          </a:prstGeom>
          <a:noFill/>
          <a:ln w="0">
            <a:noFill/>
          </a:ln>
        </p:spPr>
        <p:txBody>
          <a:bodyPr lIns="0" tIns="0" rIns="0" bIns="0" anchor="t">
            <a:normAutofit/>
          </a:bodyPr>
          <a:lstStyle/>
          <a:p>
            <a:pPr>
              <a:lnSpc>
                <a:spcPct val="90000"/>
              </a:lnSpc>
              <a:spcBef>
                <a:spcPts val="1417"/>
              </a:spcBef>
              <a:buNone/>
            </a:pPr>
            <a:endParaRPr lang="fr-FR" sz="2800" b="0" strike="noStrike" spc="-1">
              <a:solidFill>
                <a:srgbClr val="202529"/>
              </a:solidFill>
              <a:latin typeface="Open Sans"/>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9" name="PlaceHolder 1"/>
          <p:cNvSpPr>
            <a:spLocks noGrp="1"/>
          </p:cNvSpPr>
          <p:nvPr>
            <p:ph type="title"/>
          </p:nvPr>
        </p:nvSpPr>
        <p:spPr>
          <a:xfrm>
            <a:off x="831960" y="1709640"/>
            <a:ext cx="10515240" cy="2852280"/>
          </a:xfrm>
          <a:prstGeom prst="rect">
            <a:avLst/>
          </a:prstGeom>
          <a:noFill/>
          <a:ln w="0">
            <a:noFill/>
          </a:ln>
        </p:spPr>
        <p:txBody>
          <a:bodyPr lIns="0" tIns="0" rIns="0" bIns="0" anchor="ctr">
            <a:noAutofit/>
          </a:bodyPr>
          <a:lstStyle/>
          <a:p>
            <a:endParaRPr lang="fr-FR" sz="1800" b="0" strike="noStrike" spc="-1">
              <a:solidFill>
                <a:srgbClr val="000000"/>
              </a:solidFill>
              <a:latin typeface="Calibri"/>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90" name="PlaceHolder 1"/>
          <p:cNvSpPr>
            <a:spLocks noGrp="1"/>
          </p:cNvSpPr>
          <p:nvPr>
            <p:ph type="subTitle"/>
          </p:nvPr>
        </p:nvSpPr>
        <p:spPr>
          <a:xfrm>
            <a:off x="831960" y="1709640"/>
            <a:ext cx="10515240" cy="13222800"/>
          </a:xfrm>
          <a:prstGeom prst="rect">
            <a:avLst/>
          </a:prstGeom>
          <a:noFill/>
          <a:ln w="0">
            <a:noFill/>
          </a:ln>
        </p:spPr>
        <p:txBody>
          <a:bodyPr lIns="0" tIns="0" rIns="0" bIns="0" anchor="ctr">
            <a:noAutofit/>
          </a:bodyPr>
          <a:lstStyle/>
          <a:p>
            <a:pPr algn="ctr">
              <a:buNone/>
            </a:pPr>
            <a:endParaRPr lang="fr-FR" sz="3200" b="0" strike="noStrike" spc="-1">
              <a:latin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91" name="PlaceHolder 1"/>
          <p:cNvSpPr>
            <a:spLocks noGrp="1"/>
          </p:cNvSpPr>
          <p:nvPr>
            <p:ph type="title"/>
          </p:nvPr>
        </p:nvSpPr>
        <p:spPr>
          <a:xfrm>
            <a:off x="831960" y="1709640"/>
            <a:ext cx="10515240" cy="2852280"/>
          </a:xfrm>
          <a:prstGeom prst="rect">
            <a:avLst/>
          </a:prstGeom>
          <a:noFill/>
          <a:ln w="0">
            <a:noFill/>
          </a:ln>
        </p:spPr>
        <p:txBody>
          <a:bodyPr lIns="0" tIns="0" rIns="0" bIns="0" anchor="ctr">
            <a:noAutofit/>
          </a:bodyPr>
          <a:lstStyle/>
          <a:p>
            <a:endParaRPr lang="fr-FR" sz="1800" b="0" strike="noStrike" spc="-1">
              <a:solidFill>
                <a:srgbClr val="000000"/>
              </a:solidFill>
              <a:latin typeface="Calibri"/>
            </a:endParaRPr>
          </a:p>
        </p:txBody>
      </p:sp>
      <p:sp>
        <p:nvSpPr>
          <p:cNvPr id="92" name="PlaceHolder 2"/>
          <p:cNvSpPr>
            <a:spLocks noGrp="1"/>
          </p:cNvSpPr>
          <p:nvPr>
            <p:ph/>
          </p:nvPr>
        </p:nvSpPr>
        <p:spPr>
          <a:xfrm>
            <a:off x="831960" y="4589640"/>
            <a:ext cx="5131080" cy="715320"/>
          </a:xfrm>
          <a:prstGeom prst="rect">
            <a:avLst/>
          </a:prstGeom>
          <a:noFill/>
          <a:ln w="0">
            <a:noFill/>
          </a:ln>
        </p:spPr>
        <p:txBody>
          <a:bodyPr lIns="0" tIns="0" rIns="0" bIns="0" anchor="t">
            <a:normAutofit/>
          </a:bodyPr>
          <a:lstStyle/>
          <a:p>
            <a:pPr>
              <a:lnSpc>
                <a:spcPct val="90000"/>
              </a:lnSpc>
              <a:spcBef>
                <a:spcPts val="1417"/>
              </a:spcBef>
              <a:buNone/>
            </a:pPr>
            <a:endParaRPr lang="fr-FR" sz="2800" b="0" strike="noStrike" spc="-1">
              <a:solidFill>
                <a:srgbClr val="202529"/>
              </a:solidFill>
              <a:latin typeface="Open Sans"/>
            </a:endParaRPr>
          </a:p>
        </p:txBody>
      </p:sp>
      <p:sp>
        <p:nvSpPr>
          <p:cNvPr id="93" name="PlaceHolder 3"/>
          <p:cNvSpPr>
            <a:spLocks noGrp="1"/>
          </p:cNvSpPr>
          <p:nvPr>
            <p:ph/>
          </p:nvPr>
        </p:nvSpPr>
        <p:spPr>
          <a:xfrm>
            <a:off x="6220080" y="4589640"/>
            <a:ext cx="5131080" cy="1499760"/>
          </a:xfrm>
          <a:prstGeom prst="rect">
            <a:avLst/>
          </a:prstGeom>
          <a:noFill/>
          <a:ln w="0">
            <a:noFill/>
          </a:ln>
        </p:spPr>
        <p:txBody>
          <a:bodyPr lIns="0" tIns="0" rIns="0" bIns="0" anchor="t">
            <a:normAutofit/>
          </a:bodyPr>
          <a:lstStyle/>
          <a:p>
            <a:pPr>
              <a:lnSpc>
                <a:spcPct val="90000"/>
              </a:lnSpc>
              <a:spcBef>
                <a:spcPts val="1417"/>
              </a:spcBef>
              <a:buNone/>
            </a:pPr>
            <a:endParaRPr lang="fr-FR" sz="2800" b="0" strike="noStrike" spc="-1">
              <a:solidFill>
                <a:srgbClr val="202529"/>
              </a:solidFill>
              <a:latin typeface="Open Sans"/>
            </a:endParaRPr>
          </a:p>
        </p:txBody>
      </p:sp>
      <p:sp>
        <p:nvSpPr>
          <p:cNvPr id="94" name="PlaceHolder 4"/>
          <p:cNvSpPr>
            <a:spLocks noGrp="1"/>
          </p:cNvSpPr>
          <p:nvPr>
            <p:ph/>
          </p:nvPr>
        </p:nvSpPr>
        <p:spPr>
          <a:xfrm>
            <a:off x="831960" y="5373360"/>
            <a:ext cx="5131080" cy="715320"/>
          </a:xfrm>
          <a:prstGeom prst="rect">
            <a:avLst/>
          </a:prstGeom>
          <a:noFill/>
          <a:ln w="0">
            <a:noFill/>
          </a:ln>
        </p:spPr>
        <p:txBody>
          <a:bodyPr lIns="0" tIns="0" rIns="0" bIns="0" anchor="t">
            <a:normAutofit/>
          </a:bodyPr>
          <a:lstStyle/>
          <a:p>
            <a:pPr>
              <a:lnSpc>
                <a:spcPct val="90000"/>
              </a:lnSpc>
              <a:spcBef>
                <a:spcPts val="1417"/>
              </a:spcBef>
              <a:buNone/>
            </a:pPr>
            <a:endParaRPr lang="fr-FR" sz="2800" b="0" strike="noStrike" spc="-1">
              <a:solidFill>
                <a:srgbClr val="202529"/>
              </a:solidFill>
              <a:latin typeface="Open Sans"/>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95" name="PlaceHolder 1"/>
          <p:cNvSpPr>
            <a:spLocks noGrp="1"/>
          </p:cNvSpPr>
          <p:nvPr>
            <p:ph type="title"/>
          </p:nvPr>
        </p:nvSpPr>
        <p:spPr>
          <a:xfrm>
            <a:off x="831960" y="1709640"/>
            <a:ext cx="10515240" cy="2852280"/>
          </a:xfrm>
          <a:prstGeom prst="rect">
            <a:avLst/>
          </a:prstGeom>
          <a:noFill/>
          <a:ln w="0">
            <a:noFill/>
          </a:ln>
        </p:spPr>
        <p:txBody>
          <a:bodyPr lIns="0" tIns="0" rIns="0" bIns="0" anchor="ctr">
            <a:noAutofit/>
          </a:bodyPr>
          <a:lstStyle/>
          <a:p>
            <a:endParaRPr lang="fr-FR" sz="1800" b="0" strike="noStrike" spc="-1">
              <a:solidFill>
                <a:srgbClr val="000000"/>
              </a:solidFill>
              <a:latin typeface="Calibri"/>
            </a:endParaRPr>
          </a:p>
        </p:txBody>
      </p:sp>
      <p:sp>
        <p:nvSpPr>
          <p:cNvPr id="96" name="PlaceHolder 2"/>
          <p:cNvSpPr>
            <a:spLocks noGrp="1"/>
          </p:cNvSpPr>
          <p:nvPr>
            <p:ph/>
          </p:nvPr>
        </p:nvSpPr>
        <p:spPr>
          <a:xfrm>
            <a:off x="831960" y="4589640"/>
            <a:ext cx="5131080" cy="1499760"/>
          </a:xfrm>
          <a:prstGeom prst="rect">
            <a:avLst/>
          </a:prstGeom>
          <a:noFill/>
          <a:ln w="0">
            <a:noFill/>
          </a:ln>
        </p:spPr>
        <p:txBody>
          <a:bodyPr lIns="0" tIns="0" rIns="0" bIns="0" anchor="t">
            <a:normAutofit/>
          </a:bodyPr>
          <a:lstStyle/>
          <a:p>
            <a:pPr>
              <a:lnSpc>
                <a:spcPct val="90000"/>
              </a:lnSpc>
              <a:spcBef>
                <a:spcPts val="1417"/>
              </a:spcBef>
              <a:buNone/>
            </a:pPr>
            <a:endParaRPr lang="fr-FR" sz="2800" b="0" strike="noStrike" spc="-1">
              <a:solidFill>
                <a:srgbClr val="202529"/>
              </a:solidFill>
              <a:latin typeface="Open Sans"/>
            </a:endParaRPr>
          </a:p>
        </p:txBody>
      </p:sp>
      <p:sp>
        <p:nvSpPr>
          <p:cNvPr id="97" name="PlaceHolder 3"/>
          <p:cNvSpPr>
            <a:spLocks noGrp="1"/>
          </p:cNvSpPr>
          <p:nvPr>
            <p:ph/>
          </p:nvPr>
        </p:nvSpPr>
        <p:spPr>
          <a:xfrm>
            <a:off x="6220080" y="4589640"/>
            <a:ext cx="5131080" cy="715320"/>
          </a:xfrm>
          <a:prstGeom prst="rect">
            <a:avLst/>
          </a:prstGeom>
          <a:noFill/>
          <a:ln w="0">
            <a:noFill/>
          </a:ln>
        </p:spPr>
        <p:txBody>
          <a:bodyPr lIns="0" tIns="0" rIns="0" bIns="0" anchor="t">
            <a:normAutofit/>
          </a:bodyPr>
          <a:lstStyle/>
          <a:p>
            <a:pPr>
              <a:lnSpc>
                <a:spcPct val="90000"/>
              </a:lnSpc>
              <a:spcBef>
                <a:spcPts val="1417"/>
              </a:spcBef>
              <a:buNone/>
            </a:pPr>
            <a:endParaRPr lang="fr-FR" sz="2800" b="0" strike="noStrike" spc="-1">
              <a:solidFill>
                <a:srgbClr val="202529"/>
              </a:solidFill>
              <a:latin typeface="Open Sans"/>
            </a:endParaRPr>
          </a:p>
        </p:txBody>
      </p:sp>
      <p:sp>
        <p:nvSpPr>
          <p:cNvPr id="98" name="PlaceHolder 4"/>
          <p:cNvSpPr>
            <a:spLocks noGrp="1"/>
          </p:cNvSpPr>
          <p:nvPr>
            <p:ph/>
          </p:nvPr>
        </p:nvSpPr>
        <p:spPr>
          <a:xfrm>
            <a:off x="6220080" y="5373360"/>
            <a:ext cx="5131080" cy="715320"/>
          </a:xfrm>
          <a:prstGeom prst="rect">
            <a:avLst/>
          </a:prstGeom>
          <a:noFill/>
          <a:ln w="0">
            <a:noFill/>
          </a:ln>
        </p:spPr>
        <p:txBody>
          <a:bodyPr lIns="0" tIns="0" rIns="0" bIns="0" anchor="t">
            <a:normAutofit/>
          </a:bodyPr>
          <a:lstStyle/>
          <a:p>
            <a:pPr>
              <a:lnSpc>
                <a:spcPct val="90000"/>
              </a:lnSpc>
              <a:spcBef>
                <a:spcPts val="1417"/>
              </a:spcBef>
              <a:buNone/>
            </a:pPr>
            <a:endParaRPr lang="fr-FR" sz="2800" b="0" strike="noStrike" spc="-1">
              <a:solidFill>
                <a:srgbClr val="202529"/>
              </a:solidFill>
              <a:latin typeface="Open Sans"/>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99" name="PlaceHolder 1"/>
          <p:cNvSpPr>
            <a:spLocks noGrp="1"/>
          </p:cNvSpPr>
          <p:nvPr>
            <p:ph type="title"/>
          </p:nvPr>
        </p:nvSpPr>
        <p:spPr>
          <a:xfrm>
            <a:off x="831960" y="1709640"/>
            <a:ext cx="10515240" cy="2852280"/>
          </a:xfrm>
          <a:prstGeom prst="rect">
            <a:avLst/>
          </a:prstGeom>
          <a:noFill/>
          <a:ln w="0">
            <a:noFill/>
          </a:ln>
        </p:spPr>
        <p:txBody>
          <a:bodyPr lIns="0" tIns="0" rIns="0" bIns="0" anchor="ctr">
            <a:noAutofit/>
          </a:bodyPr>
          <a:lstStyle/>
          <a:p>
            <a:endParaRPr lang="fr-FR" sz="1800" b="0" strike="noStrike" spc="-1">
              <a:solidFill>
                <a:srgbClr val="000000"/>
              </a:solidFill>
              <a:latin typeface="Calibri"/>
            </a:endParaRPr>
          </a:p>
        </p:txBody>
      </p:sp>
      <p:sp>
        <p:nvSpPr>
          <p:cNvPr id="100" name="PlaceHolder 2"/>
          <p:cNvSpPr>
            <a:spLocks noGrp="1"/>
          </p:cNvSpPr>
          <p:nvPr>
            <p:ph/>
          </p:nvPr>
        </p:nvSpPr>
        <p:spPr>
          <a:xfrm>
            <a:off x="831960" y="4589640"/>
            <a:ext cx="5131080" cy="715320"/>
          </a:xfrm>
          <a:prstGeom prst="rect">
            <a:avLst/>
          </a:prstGeom>
          <a:noFill/>
          <a:ln w="0">
            <a:noFill/>
          </a:ln>
        </p:spPr>
        <p:txBody>
          <a:bodyPr lIns="0" tIns="0" rIns="0" bIns="0" anchor="t">
            <a:normAutofit/>
          </a:bodyPr>
          <a:lstStyle/>
          <a:p>
            <a:pPr>
              <a:lnSpc>
                <a:spcPct val="90000"/>
              </a:lnSpc>
              <a:spcBef>
                <a:spcPts val="1417"/>
              </a:spcBef>
              <a:buNone/>
            </a:pPr>
            <a:endParaRPr lang="fr-FR" sz="2800" b="0" strike="noStrike" spc="-1">
              <a:solidFill>
                <a:srgbClr val="202529"/>
              </a:solidFill>
              <a:latin typeface="Open Sans"/>
            </a:endParaRPr>
          </a:p>
        </p:txBody>
      </p:sp>
      <p:sp>
        <p:nvSpPr>
          <p:cNvPr id="101" name="PlaceHolder 3"/>
          <p:cNvSpPr>
            <a:spLocks noGrp="1"/>
          </p:cNvSpPr>
          <p:nvPr>
            <p:ph/>
          </p:nvPr>
        </p:nvSpPr>
        <p:spPr>
          <a:xfrm>
            <a:off x="6220080" y="4589640"/>
            <a:ext cx="5131080" cy="715320"/>
          </a:xfrm>
          <a:prstGeom prst="rect">
            <a:avLst/>
          </a:prstGeom>
          <a:noFill/>
          <a:ln w="0">
            <a:noFill/>
          </a:ln>
        </p:spPr>
        <p:txBody>
          <a:bodyPr lIns="0" tIns="0" rIns="0" bIns="0" anchor="t">
            <a:normAutofit/>
          </a:bodyPr>
          <a:lstStyle/>
          <a:p>
            <a:pPr>
              <a:lnSpc>
                <a:spcPct val="90000"/>
              </a:lnSpc>
              <a:spcBef>
                <a:spcPts val="1417"/>
              </a:spcBef>
              <a:buNone/>
            </a:pPr>
            <a:endParaRPr lang="fr-FR" sz="2800" b="0" strike="noStrike" spc="-1">
              <a:solidFill>
                <a:srgbClr val="202529"/>
              </a:solidFill>
              <a:latin typeface="Open Sans"/>
            </a:endParaRPr>
          </a:p>
        </p:txBody>
      </p:sp>
      <p:sp>
        <p:nvSpPr>
          <p:cNvPr id="102" name="PlaceHolder 4"/>
          <p:cNvSpPr>
            <a:spLocks noGrp="1"/>
          </p:cNvSpPr>
          <p:nvPr>
            <p:ph/>
          </p:nvPr>
        </p:nvSpPr>
        <p:spPr>
          <a:xfrm>
            <a:off x="831960" y="5373360"/>
            <a:ext cx="10515240" cy="715320"/>
          </a:xfrm>
          <a:prstGeom prst="rect">
            <a:avLst/>
          </a:prstGeom>
          <a:noFill/>
          <a:ln w="0">
            <a:noFill/>
          </a:ln>
        </p:spPr>
        <p:txBody>
          <a:bodyPr lIns="0" tIns="0" rIns="0" bIns="0" anchor="t">
            <a:normAutofit/>
          </a:bodyPr>
          <a:lstStyle/>
          <a:p>
            <a:pPr>
              <a:lnSpc>
                <a:spcPct val="90000"/>
              </a:lnSpc>
              <a:spcBef>
                <a:spcPts val="1417"/>
              </a:spcBef>
              <a:buNone/>
            </a:pPr>
            <a:endParaRPr lang="fr-FR" sz="2800" b="0" strike="noStrike" spc="-1">
              <a:solidFill>
                <a:srgbClr val="202529"/>
              </a:solidFill>
              <a:latin typeface="Open Sans"/>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03" name="PlaceHolder 1"/>
          <p:cNvSpPr>
            <a:spLocks noGrp="1"/>
          </p:cNvSpPr>
          <p:nvPr>
            <p:ph type="title"/>
          </p:nvPr>
        </p:nvSpPr>
        <p:spPr>
          <a:xfrm>
            <a:off x="831960" y="1709640"/>
            <a:ext cx="10515240" cy="2852280"/>
          </a:xfrm>
          <a:prstGeom prst="rect">
            <a:avLst/>
          </a:prstGeom>
          <a:noFill/>
          <a:ln w="0">
            <a:noFill/>
          </a:ln>
        </p:spPr>
        <p:txBody>
          <a:bodyPr lIns="0" tIns="0" rIns="0" bIns="0" anchor="ctr">
            <a:noAutofit/>
          </a:bodyPr>
          <a:lstStyle/>
          <a:p>
            <a:endParaRPr lang="fr-FR" sz="1800" b="0" strike="noStrike" spc="-1">
              <a:solidFill>
                <a:srgbClr val="000000"/>
              </a:solidFill>
              <a:latin typeface="Calibri"/>
            </a:endParaRPr>
          </a:p>
        </p:txBody>
      </p:sp>
      <p:sp>
        <p:nvSpPr>
          <p:cNvPr id="104" name="PlaceHolder 2"/>
          <p:cNvSpPr>
            <a:spLocks noGrp="1"/>
          </p:cNvSpPr>
          <p:nvPr>
            <p:ph/>
          </p:nvPr>
        </p:nvSpPr>
        <p:spPr>
          <a:xfrm>
            <a:off x="831960" y="4589640"/>
            <a:ext cx="10515240" cy="715320"/>
          </a:xfrm>
          <a:prstGeom prst="rect">
            <a:avLst/>
          </a:prstGeom>
          <a:noFill/>
          <a:ln w="0">
            <a:noFill/>
          </a:ln>
        </p:spPr>
        <p:txBody>
          <a:bodyPr lIns="0" tIns="0" rIns="0" bIns="0" anchor="t">
            <a:normAutofit/>
          </a:bodyPr>
          <a:lstStyle/>
          <a:p>
            <a:pPr>
              <a:lnSpc>
                <a:spcPct val="90000"/>
              </a:lnSpc>
              <a:spcBef>
                <a:spcPts val="1417"/>
              </a:spcBef>
              <a:buNone/>
            </a:pPr>
            <a:endParaRPr lang="fr-FR" sz="2800" b="0" strike="noStrike" spc="-1">
              <a:solidFill>
                <a:srgbClr val="202529"/>
              </a:solidFill>
              <a:latin typeface="Open Sans"/>
            </a:endParaRPr>
          </a:p>
        </p:txBody>
      </p:sp>
      <p:sp>
        <p:nvSpPr>
          <p:cNvPr id="105" name="PlaceHolder 3"/>
          <p:cNvSpPr>
            <a:spLocks noGrp="1"/>
          </p:cNvSpPr>
          <p:nvPr>
            <p:ph/>
          </p:nvPr>
        </p:nvSpPr>
        <p:spPr>
          <a:xfrm>
            <a:off x="831960" y="5373360"/>
            <a:ext cx="10515240" cy="715320"/>
          </a:xfrm>
          <a:prstGeom prst="rect">
            <a:avLst/>
          </a:prstGeom>
          <a:noFill/>
          <a:ln w="0">
            <a:noFill/>
          </a:ln>
        </p:spPr>
        <p:txBody>
          <a:bodyPr lIns="0" tIns="0" rIns="0" bIns="0" anchor="t">
            <a:normAutofit/>
          </a:bodyPr>
          <a:lstStyle/>
          <a:p>
            <a:pPr>
              <a:lnSpc>
                <a:spcPct val="90000"/>
              </a:lnSpc>
              <a:spcBef>
                <a:spcPts val="1417"/>
              </a:spcBef>
              <a:buNone/>
            </a:pPr>
            <a:endParaRPr lang="fr-FR" sz="2800" b="0" strike="noStrike" spc="-1">
              <a:solidFill>
                <a:srgbClr val="202529"/>
              </a:solidFill>
              <a:latin typeface="Open Sans"/>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06" name="PlaceHolder 1"/>
          <p:cNvSpPr>
            <a:spLocks noGrp="1"/>
          </p:cNvSpPr>
          <p:nvPr>
            <p:ph type="title"/>
          </p:nvPr>
        </p:nvSpPr>
        <p:spPr>
          <a:xfrm>
            <a:off x="831960" y="1709640"/>
            <a:ext cx="10515240" cy="2852280"/>
          </a:xfrm>
          <a:prstGeom prst="rect">
            <a:avLst/>
          </a:prstGeom>
          <a:noFill/>
          <a:ln w="0">
            <a:noFill/>
          </a:ln>
        </p:spPr>
        <p:txBody>
          <a:bodyPr lIns="0" tIns="0" rIns="0" bIns="0" anchor="ctr">
            <a:noAutofit/>
          </a:bodyPr>
          <a:lstStyle/>
          <a:p>
            <a:endParaRPr lang="fr-FR" sz="1800" b="0" strike="noStrike" spc="-1">
              <a:solidFill>
                <a:srgbClr val="000000"/>
              </a:solidFill>
              <a:latin typeface="Calibri"/>
            </a:endParaRPr>
          </a:p>
        </p:txBody>
      </p:sp>
      <p:sp>
        <p:nvSpPr>
          <p:cNvPr id="107" name="PlaceHolder 2"/>
          <p:cNvSpPr>
            <a:spLocks noGrp="1"/>
          </p:cNvSpPr>
          <p:nvPr>
            <p:ph/>
          </p:nvPr>
        </p:nvSpPr>
        <p:spPr>
          <a:xfrm>
            <a:off x="831960" y="4589640"/>
            <a:ext cx="5131080" cy="715320"/>
          </a:xfrm>
          <a:prstGeom prst="rect">
            <a:avLst/>
          </a:prstGeom>
          <a:noFill/>
          <a:ln w="0">
            <a:noFill/>
          </a:ln>
        </p:spPr>
        <p:txBody>
          <a:bodyPr lIns="0" tIns="0" rIns="0" bIns="0" anchor="t">
            <a:normAutofit/>
          </a:bodyPr>
          <a:lstStyle/>
          <a:p>
            <a:pPr>
              <a:lnSpc>
                <a:spcPct val="90000"/>
              </a:lnSpc>
              <a:spcBef>
                <a:spcPts val="1417"/>
              </a:spcBef>
              <a:buNone/>
            </a:pPr>
            <a:endParaRPr lang="fr-FR" sz="2800" b="0" strike="noStrike" spc="-1">
              <a:solidFill>
                <a:srgbClr val="202529"/>
              </a:solidFill>
              <a:latin typeface="Open Sans"/>
            </a:endParaRPr>
          </a:p>
        </p:txBody>
      </p:sp>
      <p:sp>
        <p:nvSpPr>
          <p:cNvPr id="108" name="PlaceHolder 3"/>
          <p:cNvSpPr>
            <a:spLocks noGrp="1"/>
          </p:cNvSpPr>
          <p:nvPr>
            <p:ph/>
          </p:nvPr>
        </p:nvSpPr>
        <p:spPr>
          <a:xfrm>
            <a:off x="6220080" y="4589640"/>
            <a:ext cx="5131080" cy="715320"/>
          </a:xfrm>
          <a:prstGeom prst="rect">
            <a:avLst/>
          </a:prstGeom>
          <a:noFill/>
          <a:ln w="0">
            <a:noFill/>
          </a:ln>
        </p:spPr>
        <p:txBody>
          <a:bodyPr lIns="0" tIns="0" rIns="0" bIns="0" anchor="t">
            <a:normAutofit/>
          </a:bodyPr>
          <a:lstStyle/>
          <a:p>
            <a:pPr>
              <a:lnSpc>
                <a:spcPct val="90000"/>
              </a:lnSpc>
              <a:spcBef>
                <a:spcPts val="1417"/>
              </a:spcBef>
              <a:buNone/>
            </a:pPr>
            <a:endParaRPr lang="fr-FR" sz="2800" b="0" strike="noStrike" spc="-1">
              <a:solidFill>
                <a:srgbClr val="202529"/>
              </a:solidFill>
              <a:latin typeface="Open Sans"/>
            </a:endParaRPr>
          </a:p>
        </p:txBody>
      </p:sp>
      <p:sp>
        <p:nvSpPr>
          <p:cNvPr id="109" name="PlaceHolder 4"/>
          <p:cNvSpPr>
            <a:spLocks noGrp="1"/>
          </p:cNvSpPr>
          <p:nvPr>
            <p:ph/>
          </p:nvPr>
        </p:nvSpPr>
        <p:spPr>
          <a:xfrm>
            <a:off x="831960" y="5373360"/>
            <a:ext cx="5131080" cy="715320"/>
          </a:xfrm>
          <a:prstGeom prst="rect">
            <a:avLst/>
          </a:prstGeom>
          <a:noFill/>
          <a:ln w="0">
            <a:noFill/>
          </a:ln>
        </p:spPr>
        <p:txBody>
          <a:bodyPr lIns="0" tIns="0" rIns="0" bIns="0" anchor="t">
            <a:normAutofit/>
          </a:bodyPr>
          <a:lstStyle/>
          <a:p>
            <a:pPr>
              <a:lnSpc>
                <a:spcPct val="90000"/>
              </a:lnSpc>
              <a:spcBef>
                <a:spcPts val="1417"/>
              </a:spcBef>
              <a:buNone/>
            </a:pPr>
            <a:endParaRPr lang="fr-FR" sz="2800" b="0" strike="noStrike" spc="-1">
              <a:solidFill>
                <a:srgbClr val="202529"/>
              </a:solidFill>
              <a:latin typeface="Open Sans"/>
            </a:endParaRPr>
          </a:p>
        </p:txBody>
      </p:sp>
      <p:sp>
        <p:nvSpPr>
          <p:cNvPr id="110" name="PlaceHolder 5"/>
          <p:cNvSpPr>
            <a:spLocks noGrp="1"/>
          </p:cNvSpPr>
          <p:nvPr>
            <p:ph/>
          </p:nvPr>
        </p:nvSpPr>
        <p:spPr>
          <a:xfrm>
            <a:off x="6220080" y="5373360"/>
            <a:ext cx="5131080" cy="715320"/>
          </a:xfrm>
          <a:prstGeom prst="rect">
            <a:avLst/>
          </a:prstGeom>
          <a:noFill/>
          <a:ln w="0">
            <a:noFill/>
          </a:ln>
        </p:spPr>
        <p:txBody>
          <a:bodyPr lIns="0" tIns="0" rIns="0" bIns="0" anchor="t">
            <a:normAutofit/>
          </a:bodyPr>
          <a:lstStyle/>
          <a:p>
            <a:pPr>
              <a:lnSpc>
                <a:spcPct val="90000"/>
              </a:lnSpc>
              <a:spcBef>
                <a:spcPts val="1417"/>
              </a:spcBef>
              <a:buNone/>
            </a:pPr>
            <a:endParaRPr lang="fr-FR" sz="2800" b="0" strike="noStrike" spc="-1">
              <a:solidFill>
                <a:srgbClr val="202529"/>
              </a:solidFill>
              <a:latin typeface="Open Sans"/>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11" name="PlaceHolder 1"/>
          <p:cNvSpPr>
            <a:spLocks noGrp="1"/>
          </p:cNvSpPr>
          <p:nvPr>
            <p:ph type="title"/>
          </p:nvPr>
        </p:nvSpPr>
        <p:spPr>
          <a:xfrm>
            <a:off x="831960" y="1709640"/>
            <a:ext cx="10515240" cy="2852280"/>
          </a:xfrm>
          <a:prstGeom prst="rect">
            <a:avLst/>
          </a:prstGeom>
          <a:noFill/>
          <a:ln w="0">
            <a:noFill/>
          </a:ln>
        </p:spPr>
        <p:txBody>
          <a:bodyPr lIns="0" tIns="0" rIns="0" bIns="0" anchor="ctr">
            <a:noAutofit/>
          </a:bodyPr>
          <a:lstStyle/>
          <a:p>
            <a:endParaRPr lang="fr-FR" sz="1800" b="0" strike="noStrike" spc="-1">
              <a:solidFill>
                <a:srgbClr val="000000"/>
              </a:solidFill>
              <a:latin typeface="Calibri"/>
            </a:endParaRPr>
          </a:p>
        </p:txBody>
      </p:sp>
      <p:sp>
        <p:nvSpPr>
          <p:cNvPr id="112" name="PlaceHolder 2"/>
          <p:cNvSpPr>
            <a:spLocks noGrp="1"/>
          </p:cNvSpPr>
          <p:nvPr>
            <p:ph/>
          </p:nvPr>
        </p:nvSpPr>
        <p:spPr>
          <a:xfrm>
            <a:off x="831960" y="4589640"/>
            <a:ext cx="3385800" cy="715320"/>
          </a:xfrm>
          <a:prstGeom prst="rect">
            <a:avLst/>
          </a:prstGeom>
          <a:noFill/>
          <a:ln w="0">
            <a:noFill/>
          </a:ln>
        </p:spPr>
        <p:txBody>
          <a:bodyPr lIns="0" tIns="0" rIns="0" bIns="0" anchor="t">
            <a:normAutofit/>
          </a:bodyPr>
          <a:lstStyle/>
          <a:p>
            <a:pPr>
              <a:lnSpc>
                <a:spcPct val="90000"/>
              </a:lnSpc>
              <a:spcBef>
                <a:spcPts val="1417"/>
              </a:spcBef>
              <a:buNone/>
            </a:pPr>
            <a:endParaRPr lang="fr-FR" sz="2800" b="0" strike="noStrike" spc="-1">
              <a:solidFill>
                <a:srgbClr val="202529"/>
              </a:solidFill>
              <a:latin typeface="Open Sans"/>
            </a:endParaRPr>
          </a:p>
        </p:txBody>
      </p:sp>
      <p:sp>
        <p:nvSpPr>
          <p:cNvPr id="113" name="PlaceHolder 3"/>
          <p:cNvSpPr>
            <a:spLocks noGrp="1"/>
          </p:cNvSpPr>
          <p:nvPr>
            <p:ph/>
          </p:nvPr>
        </p:nvSpPr>
        <p:spPr>
          <a:xfrm>
            <a:off x="4387320" y="4589640"/>
            <a:ext cx="3385800" cy="715320"/>
          </a:xfrm>
          <a:prstGeom prst="rect">
            <a:avLst/>
          </a:prstGeom>
          <a:noFill/>
          <a:ln w="0">
            <a:noFill/>
          </a:ln>
        </p:spPr>
        <p:txBody>
          <a:bodyPr lIns="0" tIns="0" rIns="0" bIns="0" anchor="t">
            <a:normAutofit/>
          </a:bodyPr>
          <a:lstStyle/>
          <a:p>
            <a:pPr>
              <a:lnSpc>
                <a:spcPct val="90000"/>
              </a:lnSpc>
              <a:spcBef>
                <a:spcPts val="1417"/>
              </a:spcBef>
              <a:buNone/>
            </a:pPr>
            <a:endParaRPr lang="fr-FR" sz="2800" b="0" strike="noStrike" spc="-1">
              <a:solidFill>
                <a:srgbClr val="202529"/>
              </a:solidFill>
              <a:latin typeface="Open Sans"/>
            </a:endParaRPr>
          </a:p>
        </p:txBody>
      </p:sp>
      <p:sp>
        <p:nvSpPr>
          <p:cNvPr id="114" name="PlaceHolder 4"/>
          <p:cNvSpPr>
            <a:spLocks noGrp="1"/>
          </p:cNvSpPr>
          <p:nvPr>
            <p:ph/>
          </p:nvPr>
        </p:nvSpPr>
        <p:spPr>
          <a:xfrm>
            <a:off x="7943040" y="4589640"/>
            <a:ext cx="3385800" cy="715320"/>
          </a:xfrm>
          <a:prstGeom prst="rect">
            <a:avLst/>
          </a:prstGeom>
          <a:noFill/>
          <a:ln w="0">
            <a:noFill/>
          </a:ln>
        </p:spPr>
        <p:txBody>
          <a:bodyPr lIns="0" tIns="0" rIns="0" bIns="0" anchor="t">
            <a:normAutofit/>
          </a:bodyPr>
          <a:lstStyle/>
          <a:p>
            <a:pPr>
              <a:lnSpc>
                <a:spcPct val="90000"/>
              </a:lnSpc>
              <a:spcBef>
                <a:spcPts val="1417"/>
              </a:spcBef>
              <a:buNone/>
            </a:pPr>
            <a:endParaRPr lang="fr-FR" sz="2800" b="0" strike="noStrike" spc="-1">
              <a:solidFill>
                <a:srgbClr val="202529"/>
              </a:solidFill>
              <a:latin typeface="Open Sans"/>
            </a:endParaRPr>
          </a:p>
        </p:txBody>
      </p:sp>
      <p:sp>
        <p:nvSpPr>
          <p:cNvPr id="115" name="PlaceHolder 5"/>
          <p:cNvSpPr>
            <a:spLocks noGrp="1"/>
          </p:cNvSpPr>
          <p:nvPr>
            <p:ph/>
          </p:nvPr>
        </p:nvSpPr>
        <p:spPr>
          <a:xfrm>
            <a:off x="831960" y="5373360"/>
            <a:ext cx="3385800" cy="715320"/>
          </a:xfrm>
          <a:prstGeom prst="rect">
            <a:avLst/>
          </a:prstGeom>
          <a:noFill/>
          <a:ln w="0">
            <a:noFill/>
          </a:ln>
        </p:spPr>
        <p:txBody>
          <a:bodyPr lIns="0" tIns="0" rIns="0" bIns="0" anchor="t">
            <a:normAutofit/>
          </a:bodyPr>
          <a:lstStyle/>
          <a:p>
            <a:pPr>
              <a:lnSpc>
                <a:spcPct val="90000"/>
              </a:lnSpc>
              <a:spcBef>
                <a:spcPts val="1417"/>
              </a:spcBef>
              <a:buNone/>
            </a:pPr>
            <a:endParaRPr lang="fr-FR" sz="2800" b="0" strike="noStrike" spc="-1">
              <a:solidFill>
                <a:srgbClr val="202529"/>
              </a:solidFill>
              <a:latin typeface="Open Sans"/>
            </a:endParaRPr>
          </a:p>
        </p:txBody>
      </p:sp>
      <p:sp>
        <p:nvSpPr>
          <p:cNvPr id="116" name="PlaceHolder 6"/>
          <p:cNvSpPr>
            <a:spLocks noGrp="1"/>
          </p:cNvSpPr>
          <p:nvPr>
            <p:ph/>
          </p:nvPr>
        </p:nvSpPr>
        <p:spPr>
          <a:xfrm>
            <a:off x="4387320" y="5373360"/>
            <a:ext cx="3385800" cy="715320"/>
          </a:xfrm>
          <a:prstGeom prst="rect">
            <a:avLst/>
          </a:prstGeom>
          <a:noFill/>
          <a:ln w="0">
            <a:noFill/>
          </a:ln>
        </p:spPr>
        <p:txBody>
          <a:bodyPr lIns="0" tIns="0" rIns="0" bIns="0" anchor="t">
            <a:normAutofit/>
          </a:bodyPr>
          <a:lstStyle/>
          <a:p>
            <a:pPr>
              <a:lnSpc>
                <a:spcPct val="90000"/>
              </a:lnSpc>
              <a:spcBef>
                <a:spcPts val="1417"/>
              </a:spcBef>
              <a:buNone/>
            </a:pPr>
            <a:endParaRPr lang="fr-FR" sz="2800" b="0" strike="noStrike" spc="-1">
              <a:solidFill>
                <a:srgbClr val="202529"/>
              </a:solidFill>
              <a:latin typeface="Open Sans"/>
            </a:endParaRPr>
          </a:p>
        </p:txBody>
      </p:sp>
      <p:sp>
        <p:nvSpPr>
          <p:cNvPr id="117" name="PlaceHolder 7"/>
          <p:cNvSpPr>
            <a:spLocks noGrp="1"/>
          </p:cNvSpPr>
          <p:nvPr>
            <p:ph/>
          </p:nvPr>
        </p:nvSpPr>
        <p:spPr>
          <a:xfrm>
            <a:off x="7943040" y="5373360"/>
            <a:ext cx="3385800" cy="715320"/>
          </a:xfrm>
          <a:prstGeom prst="rect">
            <a:avLst/>
          </a:prstGeom>
          <a:noFill/>
          <a:ln w="0">
            <a:noFill/>
          </a:ln>
        </p:spPr>
        <p:txBody>
          <a:bodyPr lIns="0" tIns="0" rIns="0" bIns="0" anchor="t">
            <a:normAutofit/>
          </a:bodyPr>
          <a:lstStyle/>
          <a:p>
            <a:pPr>
              <a:lnSpc>
                <a:spcPct val="90000"/>
              </a:lnSpc>
              <a:spcBef>
                <a:spcPts val="1417"/>
              </a:spcBef>
              <a:buNone/>
            </a:pPr>
            <a:endParaRPr lang="fr-FR" sz="2800" b="0" strike="noStrike" spc="-1">
              <a:solidFill>
                <a:srgbClr val="202529"/>
              </a:solidFill>
              <a:latin typeface="Open Sa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202529"/>
        </a:solidFill>
        <a:effectLst/>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838080" y="2073600"/>
            <a:ext cx="9800280" cy="2387160"/>
          </a:xfrm>
          <a:prstGeom prst="rect">
            <a:avLst/>
          </a:prstGeom>
          <a:noFill/>
          <a:ln w="0">
            <a:noFill/>
          </a:ln>
        </p:spPr>
        <p:txBody>
          <a:bodyPr anchor="b">
            <a:noAutofit/>
          </a:bodyPr>
          <a:lstStyle/>
          <a:p>
            <a:pPr>
              <a:lnSpc>
                <a:spcPct val="90000"/>
              </a:lnSpc>
              <a:buNone/>
            </a:pPr>
            <a:r>
              <a:rPr lang="fr-FR" sz="6000" b="1" strike="noStrike" spc="-1">
                <a:solidFill>
                  <a:srgbClr val="FFFFFF"/>
                </a:solidFill>
                <a:latin typeface="HK Grotesk"/>
              </a:rPr>
              <a:t>Modifiez le style du titre</a:t>
            </a:r>
            <a:endParaRPr lang="fr-FR" sz="6000" b="0" strike="noStrike" spc="-1">
              <a:solidFill>
                <a:srgbClr val="000000"/>
              </a:solidFill>
              <a:latin typeface="Calibri"/>
            </a:endParaRPr>
          </a:p>
        </p:txBody>
      </p:sp>
      <p:sp>
        <p:nvSpPr>
          <p:cNvPr id="6" name="PlaceHolder 2"/>
          <p:cNvSpPr>
            <a:spLocks noGrp="1"/>
          </p:cNvSpPr>
          <p:nvPr>
            <p:ph type="ftr" idx="1"/>
          </p:nvPr>
        </p:nvSpPr>
        <p:spPr>
          <a:xfrm>
            <a:off x="4038480" y="6356520"/>
            <a:ext cx="4114440" cy="364680"/>
          </a:xfrm>
          <a:prstGeom prst="rect">
            <a:avLst/>
          </a:prstGeom>
          <a:noFill/>
          <a:ln w="0">
            <a:noFill/>
          </a:ln>
        </p:spPr>
        <p:txBody>
          <a:bodyPr lIns="90000" tIns="45000" rIns="90000" bIns="45000" anchor="t">
            <a:noAutofit/>
          </a:bodyPr>
          <a:lstStyle>
            <a:lvl1pPr algn="ctr">
              <a:buNone/>
              <a:defRPr lang="fr-FR" sz="1400" b="0" strike="noStrike" spc="-1">
                <a:latin typeface="Times New Roman"/>
              </a:defRPr>
            </a:lvl1pPr>
          </a:lstStyle>
          <a:p>
            <a:pPr algn="ctr">
              <a:buNone/>
            </a:pPr>
            <a:r>
              <a:rPr lang="fr-FR" sz="1400" b="0" strike="noStrike" spc="-1">
                <a:latin typeface="Times New Roman"/>
              </a:rPr>
              <a:t>&lt;footer&gt;</a:t>
            </a:r>
          </a:p>
        </p:txBody>
      </p:sp>
      <p:sp>
        <p:nvSpPr>
          <p:cNvPr id="2" name="PlaceHolder 3"/>
          <p:cNvSpPr>
            <a:spLocks noGrp="1"/>
          </p:cNvSpPr>
          <p:nvPr>
            <p:ph type="sldNum" idx="2"/>
          </p:nvPr>
        </p:nvSpPr>
        <p:spPr>
          <a:xfrm>
            <a:off x="8610480" y="6356520"/>
            <a:ext cx="2742840" cy="364680"/>
          </a:xfrm>
          <a:prstGeom prst="rect">
            <a:avLst/>
          </a:prstGeom>
          <a:noFill/>
          <a:ln w="0">
            <a:noFill/>
          </a:ln>
        </p:spPr>
        <p:txBody>
          <a:bodyPr lIns="90000" tIns="45000" rIns="90000" bIns="45000" anchor="t">
            <a:noAutofit/>
          </a:bodyPr>
          <a:lstStyle>
            <a:lvl1pPr>
              <a:lnSpc>
                <a:spcPct val="100000"/>
              </a:lnSpc>
              <a:buNone/>
              <a:defRPr lang="fr-FR" sz="1800" b="0" strike="noStrike" spc="-1">
                <a:solidFill>
                  <a:srgbClr val="000000"/>
                </a:solidFill>
                <a:latin typeface="Calibri"/>
              </a:defRPr>
            </a:lvl1pPr>
          </a:lstStyle>
          <a:p>
            <a:pPr>
              <a:lnSpc>
                <a:spcPct val="100000"/>
              </a:lnSpc>
              <a:buNone/>
            </a:pPr>
            <a:fld id="{09848E9E-819C-4006-B58A-30A6A3A177DF}" type="slidenum">
              <a:rPr lang="fr-FR" sz="1800" b="0" strike="noStrike" spc="-1">
                <a:solidFill>
                  <a:srgbClr val="000000"/>
                </a:solidFill>
                <a:latin typeface="Calibri"/>
              </a:rPr>
              <a:t>‹N°›</a:t>
            </a:fld>
            <a:endParaRPr lang="fr-FR" sz="1800" b="0" strike="noStrike" spc="-1">
              <a:latin typeface="Times New Roman"/>
            </a:endParaRPr>
          </a:p>
        </p:txBody>
      </p:sp>
      <p:sp>
        <p:nvSpPr>
          <p:cNvPr id="3" name="PlaceHolder 4"/>
          <p:cNvSpPr>
            <a:spLocks noGrp="1"/>
          </p:cNvSpPr>
          <p:nvPr>
            <p:ph type="dt" idx="3"/>
          </p:nvPr>
        </p:nvSpPr>
        <p:spPr>
          <a:xfrm>
            <a:off x="838080" y="6356520"/>
            <a:ext cx="2742840" cy="364680"/>
          </a:xfrm>
          <a:prstGeom prst="rect">
            <a:avLst/>
          </a:prstGeom>
          <a:noFill/>
          <a:ln w="0">
            <a:noFill/>
          </a:ln>
        </p:spPr>
        <p:txBody>
          <a:bodyPr lIns="90000" tIns="45000" rIns="90000" bIns="45000" anchor="t">
            <a:noAutofit/>
          </a:bodyPr>
          <a:lstStyle>
            <a:lvl1pPr>
              <a:lnSpc>
                <a:spcPct val="100000"/>
              </a:lnSpc>
              <a:buNone/>
              <a:defRPr lang="fr-FR" sz="1800" b="0" strike="noStrike" spc="-1">
                <a:solidFill>
                  <a:srgbClr val="000000"/>
                </a:solidFill>
                <a:latin typeface="Calibri"/>
              </a:defRPr>
            </a:lvl1pPr>
          </a:lstStyle>
          <a:p>
            <a:pPr>
              <a:lnSpc>
                <a:spcPct val="100000"/>
              </a:lnSpc>
              <a:buNone/>
            </a:pPr>
            <a:r>
              <a:rPr lang="fr-FR" sz="1800" b="0" strike="noStrike" spc="-1">
                <a:solidFill>
                  <a:srgbClr val="000000"/>
                </a:solidFill>
                <a:latin typeface="Calibri"/>
              </a:rPr>
              <a:t>&lt;date/time&gt;</a:t>
            </a:r>
            <a:endParaRPr lang="fr-FR" sz="1800" b="0" strike="noStrike" spc="-1">
              <a:latin typeface="Times New Roman"/>
            </a:endParaRPr>
          </a:p>
        </p:txBody>
      </p:sp>
      <p:sp>
        <p:nvSpPr>
          <p:cNvPr id="4"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lnSpc>
                <a:spcPct val="90000"/>
              </a:lnSpc>
              <a:spcBef>
                <a:spcPts val="1417"/>
              </a:spcBef>
              <a:buClr>
                <a:srgbClr val="FFFFFF"/>
              </a:buClr>
              <a:buSzPct val="45000"/>
              <a:buFont typeface="Wingdings" charset="2"/>
              <a:buChar char=""/>
            </a:pPr>
            <a:r>
              <a:rPr lang="fr-FR" sz="2800" b="0" strike="noStrike" spc="-1">
                <a:solidFill>
                  <a:srgbClr val="202529"/>
                </a:solidFill>
                <a:latin typeface="Open Sans"/>
              </a:rPr>
              <a:t>Click to edit the outline text format</a:t>
            </a:r>
          </a:p>
          <a:p>
            <a:pPr marL="864000" lvl="1" indent="-324000">
              <a:lnSpc>
                <a:spcPct val="90000"/>
              </a:lnSpc>
              <a:spcBef>
                <a:spcPts val="1134"/>
              </a:spcBef>
              <a:buClr>
                <a:srgbClr val="FFFFFF"/>
              </a:buClr>
              <a:buSzPct val="75000"/>
              <a:buFont typeface="Symbol" charset="2"/>
              <a:buChar char=""/>
            </a:pPr>
            <a:r>
              <a:rPr lang="fr-FR" sz="2000" b="0" strike="noStrike" spc="-1">
                <a:solidFill>
                  <a:srgbClr val="202529"/>
                </a:solidFill>
                <a:latin typeface="Open Sans"/>
              </a:rPr>
              <a:t>Second Outline Level</a:t>
            </a:r>
          </a:p>
          <a:p>
            <a:pPr marL="1296000" lvl="2" indent="-288000">
              <a:lnSpc>
                <a:spcPct val="90000"/>
              </a:lnSpc>
              <a:spcBef>
                <a:spcPts val="850"/>
              </a:spcBef>
              <a:buClr>
                <a:srgbClr val="FFFFFF"/>
              </a:buClr>
              <a:buSzPct val="45000"/>
              <a:buFont typeface="Wingdings" charset="2"/>
              <a:buChar char=""/>
            </a:pPr>
            <a:r>
              <a:rPr lang="fr-FR" sz="1800" b="0" strike="noStrike" spc="-1">
                <a:solidFill>
                  <a:srgbClr val="202529"/>
                </a:solidFill>
                <a:latin typeface="Open Sans"/>
              </a:rPr>
              <a:t>Third Outline Level</a:t>
            </a:r>
          </a:p>
          <a:p>
            <a:pPr marL="1728000" lvl="3" indent="-216000">
              <a:lnSpc>
                <a:spcPct val="90000"/>
              </a:lnSpc>
              <a:spcBef>
                <a:spcPts val="567"/>
              </a:spcBef>
              <a:buClr>
                <a:srgbClr val="FFFFFF"/>
              </a:buClr>
              <a:buSzPct val="75000"/>
              <a:buFont typeface="Symbol" charset="2"/>
              <a:buChar char=""/>
            </a:pPr>
            <a:r>
              <a:rPr lang="fr-FR" sz="1800" b="0" strike="noStrike" spc="-1">
                <a:solidFill>
                  <a:srgbClr val="202529"/>
                </a:solidFill>
                <a:latin typeface="Open Sans"/>
              </a:rPr>
              <a:t>Fourth Outline Level</a:t>
            </a:r>
          </a:p>
          <a:p>
            <a:pPr marL="2160000" lvl="4" indent="-216000">
              <a:lnSpc>
                <a:spcPct val="90000"/>
              </a:lnSpc>
              <a:spcBef>
                <a:spcPts val="283"/>
              </a:spcBef>
              <a:buClr>
                <a:srgbClr val="FFFFFF"/>
              </a:buClr>
              <a:buSzPct val="45000"/>
              <a:buFont typeface="Wingdings" charset="2"/>
              <a:buChar char=""/>
            </a:pPr>
            <a:r>
              <a:rPr lang="fr-FR" sz="2000" b="0" strike="noStrike" spc="-1">
                <a:solidFill>
                  <a:srgbClr val="202529"/>
                </a:solidFill>
                <a:latin typeface="Open Sans"/>
              </a:rPr>
              <a:t>Fifth Outline Level</a:t>
            </a:r>
          </a:p>
          <a:p>
            <a:pPr marL="2592000" lvl="5" indent="-216000">
              <a:lnSpc>
                <a:spcPct val="90000"/>
              </a:lnSpc>
              <a:spcBef>
                <a:spcPts val="283"/>
              </a:spcBef>
              <a:buClr>
                <a:srgbClr val="FFFFFF"/>
              </a:buClr>
              <a:buSzPct val="45000"/>
              <a:buFont typeface="Wingdings" charset="2"/>
              <a:buChar char=""/>
            </a:pPr>
            <a:r>
              <a:rPr lang="fr-FR" sz="2000" b="0" strike="noStrike" spc="-1">
                <a:solidFill>
                  <a:srgbClr val="202529"/>
                </a:solidFill>
                <a:latin typeface="Open Sans"/>
              </a:rPr>
              <a:t>Sixth Outline Level</a:t>
            </a:r>
          </a:p>
          <a:p>
            <a:pPr marL="3024000" lvl="6" indent="-216000">
              <a:lnSpc>
                <a:spcPct val="90000"/>
              </a:lnSpc>
              <a:spcBef>
                <a:spcPts val="283"/>
              </a:spcBef>
              <a:buClr>
                <a:srgbClr val="FFFFFF"/>
              </a:buClr>
              <a:buSzPct val="45000"/>
              <a:buFont typeface="Wingdings" charset="2"/>
              <a:buChar char=""/>
            </a:pPr>
            <a:r>
              <a:rPr lang="fr-FR" sz="2000" b="0" strike="noStrike" spc="-1">
                <a:solidFill>
                  <a:srgbClr val="202529"/>
                </a:solidFill>
                <a:latin typeface="Open Sans"/>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838080" y="291600"/>
            <a:ext cx="10515240" cy="1325160"/>
          </a:xfrm>
          <a:prstGeom prst="rect">
            <a:avLst/>
          </a:prstGeom>
          <a:noFill/>
          <a:ln w="0">
            <a:noFill/>
          </a:ln>
        </p:spPr>
        <p:txBody>
          <a:bodyPr anchor="ctr">
            <a:noAutofit/>
          </a:bodyPr>
          <a:lstStyle/>
          <a:p>
            <a:pPr>
              <a:lnSpc>
                <a:spcPct val="90000"/>
              </a:lnSpc>
              <a:buNone/>
            </a:pPr>
            <a:r>
              <a:rPr lang="fr-FR" sz="4400" b="1" strike="noStrike" spc="-1">
                <a:solidFill>
                  <a:srgbClr val="3C56AF"/>
                </a:solidFill>
                <a:latin typeface="HK Grotesk"/>
              </a:rPr>
              <a:t>Modifiez le style du titre</a:t>
            </a:r>
            <a:endParaRPr lang="fr-FR" sz="4400" b="0" strike="noStrike" spc="-1">
              <a:solidFill>
                <a:srgbClr val="000000"/>
              </a:solidFill>
              <a:latin typeface="Calibri"/>
            </a:endParaRPr>
          </a:p>
        </p:txBody>
      </p:sp>
      <p:sp>
        <p:nvSpPr>
          <p:cNvPr id="42" name="PlaceHolder 2"/>
          <p:cNvSpPr>
            <a:spLocks noGrp="1"/>
          </p:cNvSpPr>
          <p:nvPr>
            <p:ph type="body"/>
          </p:nvPr>
        </p:nvSpPr>
        <p:spPr>
          <a:xfrm>
            <a:off x="838080" y="1752120"/>
            <a:ext cx="10515240" cy="4350960"/>
          </a:xfrm>
          <a:prstGeom prst="rect">
            <a:avLst/>
          </a:prstGeom>
          <a:noFill/>
          <a:ln w="0">
            <a:noFill/>
          </a:ln>
        </p:spPr>
        <p:txBody>
          <a:bodyPr anchor="t">
            <a:noAutofit/>
          </a:bodyPr>
          <a:lstStyle/>
          <a:p>
            <a:pPr marL="228600" indent="-228600">
              <a:lnSpc>
                <a:spcPct val="90000"/>
              </a:lnSpc>
              <a:spcBef>
                <a:spcPts val="1001"/>
              </a:spcBef>
              <a:buClr>
                <a:srgbClr val="202529"/>
              </a:buClr>
              <a:buFont typeface="Arial"/>
              <a:buChar char="•"/>
            </a:pPr>
            <a:r>
              <a:rPr lang="fr-FR" sz="2800" b="0" strike="noStrike" spc="-1">
                <a:solidFill>
                  <a:srgbClr val="202529"/>
                </a:solidFill>
                <a:latin typeface="Open Sans"/>
                <a:ea typeface="Open Sans"/>
              </a:rPr>
              <a:t>Cliquez pour modifier les styles du texte du masque</a:t>
            </a:r>
            <a:endParaRPr lang="fr-FR" sz="2800" b="0" strike="noStrike" spc="-1">
              <a:solidFill>
                <a:srgbClr val="202529"/>
              </a:solidFill>
              <a:latin typeface="Open Sans"/>
            </a:endParaRPr>
          </a:p>
          <a:p>
            <a:pPr marL="685800" lvl="1" indent="-228600">
              <a:lnSpc>
                <a:spcPct val="90000"/>
              </a:lnSpc>
              <a:spcBef>
                <a:spcPts val="499"/>
              </a:spcBef>
              <a:buClr>
                <a:srgbClr val="202529"/>
              </a:buClr>
              <a:buFont typeface="Arial"/>
              <a:buChar char="•"/>
            </a:pPr>
            <a:r>
              <a:rPr lang="fr-FR" sz="2400" b="0" strike="noStrike" spc="-1">
                <a:solidFill>
                  <a:srgbClr val="202529"/>
                </a:solidFill>
                <a:latin typeface="Open Sans"/>
                <a:ea typeface="Open Sans"/>
              </a:rPr>
              <a:t>Deuxième niveau</a:t>
            </a:r>
            <a:endParaRPr lang="fr-FR" sz="2400" b="0" strike="noStrike" spc="-1">
              <a:solidFill>
                <a:srgbClr val="202529"/>
              </a:solidFill>
              <a:latin typeface="Open Sans"/>
            </a:endParaRPr>
          </a:p>
          <a:p>
            <a:pPr marL="1143000" lvl="2" indent="-228600">
              <a:lnSpc>
                <a:spcPct val="90000"/>
              </a:lnSpc>
              <a:spcBef>
                <a:spcPts val="499"/>
              </a:spcBef>
              <a:buClr>
                <a:srgbClr val="202529"/>
              </a:buClr>
              <a:buFont typeface="Arial"/>
              <a:buChar char="•"/>
            </a:pPr>
            <a:r>
              <a:rPr lang="fr-FR" sz="2000" b="0" strike="noStrike" spc="-1">
                <a:solidFill>
                  <a:srgbClr val="202529"/>
                </a:solidFill>
                <a:latin typeface="Open Sans"/>
                <a:ea typeface="Open Sans"/>
              </a:rPr>
              <a:t>Troisième niveau</a:t>
            </a:r>
            <a:endParaRPr lang="fr-FR" sz="2000" b="0" strike="noStrike" spc="-1">
              <a:solidFill>
                <a:srgbClr val="202529"/>
              </a:solidFill>
              <a:latin typeface="Open Sans"/>
            </a:endParaRPr>
          </a:p>
          <a:p>
            <a:pPr marL="1600200" lvl="3" indent="-228600">
              <a:lnSpc>
                <a:spcPct val="90000"/>
              </a:lnSpc>
              <a:spcBef>
                <a:spcPts val="499"/>
              </a:spcBef>
              <a:buClr>
                <a:srgbClr val="202529"/>
              </a:buClr>
              <a:buFont typeface="Arial"/>
              <a:buChar char="•"/>
            </a:pPr>
            <a:r>
              <a:rPr lang="fr-FR" sz="1800" b="0" strike="noStrike" spc="-1">
                <a:solidFill>
                  <a:srgbClr val="202529"/>
                </a:solidFill>
                <a:latin typeface="Open Sans"/>
                <a:ea typeface="Open Sans"/>
              </a:rPr>
              <a:t>Quatrième niveau</a:t>
            </a:r>
            <a:endParaRPr lang="fr-FR" sz="1800" b="0" strike="noStrike" spc="-1">
              <a:solidFill>
                <a:srgbClr val="202529"/>
              </a:solidFill>
              <a:latin typeface="Open Sans"/>
            </a:endParaRPr>
          </a:p>
          <a:p>
            <a:pPr marL="2057400" lvl="4" indent="-228600">
              <a:lnSpc>
                <a:spcPct val="90000"/>
              </a:lnSpc>
              <a:spcBef>
                <a:spcPts val="499"/>
              </a:spcBef>
              <a:buClr>
                <a:srgbClr val="202529"/>
              </a:buClr>
              <a:buFont typeface="Arial"/>
              <a:buChar char="•"/>
            </a:pPr>
            <a:r>
              <a:rPr lang="fr-FR" sz="1800" b="0" strike="noStrike" spc="-1">
                <a:solidFill>
                  <a:srgbClr val="202529"/>
                </a:solidFill>
                <a:latin typeface="Open Sans"/>
                <a:ea typeface="Open Sans"/>
              </a:rPr>
              <a:t>Cinquième niveau</a:t>
            </a:r>
            <a:endParaRPr lang="fr-FR" sz="1800" b="0" strike="noStrike" spc="-1">
              <a:solidFill>
                <a:srgbClr val="202529"/>
              </a:solidFill>
              <a:latin typeface="Open Sans"/>
            </a:endParaRPr>
          </a:p>
        </p:txBody>
      </p:sp>
      <p:sp>
        <p:nvSpPr>
          <p:cNvPr id="43" name="Rectangle 4"/>
          <p:cNvSpPr/>
          <p:nvPr/>
        </p:nvSpPr>
        <p:spPr>
          <a:xfrm>
            <a:off x="0" y="0"/>
            <a:ext cx="265680" cy="6857640"/>
          </a:xfrm>
          <a:prstGeom prst="rect">
            <a:avLst/>
          </a:prstGeom>
          <a:solidFill>
            <a:srgbClr val="3C56AF"/>
          </a:solidFill>
          <a:ln>
            <a:noFill/>
          </a:ln>
        </p:spPr>
        <p:style>
          <a:lnRef idx="2">
            <a:schemeClr val="accent1">
              <a:shade val="15000"/>
            </a:schemeClr>
          </a:lnRef>
          <a:fillRef idx="1">
            <a:schemeClr val="accent1"/>
          </a:fillRef>
          <a:effectRef idx="0">
            <a:schemeClr val="accent1"/>
          </a:effectRef>
          <a:fontRef idx="minor"/>
        </p:style>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202529"/>
        </a:solidFill>
        <a:effectLst/>
      </p:bgPr>
    </p:bg>
    <p:spTree>
      <p:nvGrpSpPr>
        <p:cNvPr id="1" name=""/>
        <p:cNvGrpSpPr/>
        <p:nvPr/>
      </p:nvGrpSpPr>
      <p:grpSpPr>
        <a:xfrm>
          <a:off x="0" y="0"/>
          <a:ext cx="0" cy="0"/>
          <a:chOff x="0" y="0"/>
          <a:chExt cx="0" cy="0"/>
        </a:xfrm>
      </p:grpSpPr>
      <p:sp>
        <p:nvSpPr>
          <p:cNvPr id="80" name="PlaceHolder 1"/>
          <p:cNvSpPr>
            <a:spLocks noGrp="1"/>
          </p:cNvSpPr>
          <p:nvPr>
            <p:ph type="title"/>
          </p:nvPr>
        </p:nvSpPr>
        <p:spPr>
          <a:xfrm>
            <a:off x="831960" y="1709640"/>
            <a:ext cx="10515240" cy="2852280"/>
          </a:xfrm>
          <a:prstGeom prst="rect">
            <a:avLst/>
          </a:prstGeom>
          <a:noFill/>
          <a:ln w="0">
            <a:noFill/>
          </a:ln>
        </p:spPr>
        <p:txBody>
          <a:bodyPr anchor="b">
            <a:normAutofit/>
          </a:bodyPr>
          <a:lstStyle/>
          <a:p>
            <a:pPr>
              <a:lnSpc>
                <a:spcPct val="90000"/>
              </a:lnSpc>
              <a:buNone/>
            </a:pPr>
            <a:r>
              <a:rPr lang="fr-FR" sz="4400" b="1" strike="noStrike" spc="-1">
                <a:solidFill>
                  <a:srgbClr val="FFFFFF"/>
                </a:solidFill>
                <a:latin typeface="HK Grotesk"/>
                <a:ea typeface="Open Sans"/>
              </a:rPr>
              <a:t>Modifiez le style du titre</a:t>
            </a:r>
            <a:endParaRPr lang="fr-FR" sz="4400" b="0" strike="noStrike" spc="-1">
              <a:solidFill>
                <a:srgbClr val="000000"/>
              </a:solidFill>
              <a:latin typeface="Calibri"/>
            </a:endParaRPr>
          </a:p>
        </p:txBody>
      </p:sp>
      <p:sp>
        <p:nvSpPr>
          <p:cNvPr id="81" name="PlaceHolder 2"/>
          <p:cNvSpPr>
            <a:spLocks noGrp="1"/>
          </p:cNvSpPr>
          <p:nvPr>
            <p:ph type="body"/>
          </p:nvPr>
        </p:nvSpPr>
        <p:spPr>
          <a:xfrm>
            <a:off x="831960" y="4589640"/>
            <a:ext cx="10515240" cy="1499760"/>
          </a:xfrm>
          <a:prstGeom prst="rect">
            <a:avLst/>
          </a:prstGeom>
          <a:noFill/>
          <a:ln w="0">
            <a:noFill/>
          </a:ln>
        </p:spPr>
        <p:txBody>
          <a:bodyPr anchor="t">
            <a:normAutofit/>
          </a:bodyPr>
          <a:lstStyle/>
          <a:p>
            <a:pPr>
              <a:lnSpc>
                <a:spcPct val="90000"/>
              </a:lnSpc>
              <a:spcBef>
                <a:spcPts val="1001"/>
              </a:spcBef>
              <a:buNone/>
              <a:tabLst>
                <a:tab pos="0" algn="l"/>
              </a:tabLst>
            </a:pPr>
            <a:r>
              <a:rPr lang="fr-FR" sz="2000" b="0" strike="noStrike" spc="-1">
                <a:solidFill>
                  <a:srgbClr val="FFFFFF"/>
                </a:solidFill>
                <a:latin typeface="Open Sans Light"/>
                <a:ea typeface="Open Sans Light"/>
              </a:rPr>
              <a:t>Cliquez pour modifier les styles du texte du masque</a:t>
            </a:r>
            <a:endParaRPr lang="fr-FR" sz="2000" b="0" strike="noStrike" spc="-1">
              <a:solidFill>
                <a:srgbClr val="202529"/>
              </a:solidFill>
              <a:latin typeface="Open Sans"/>
            </a:endParaRP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3.xml"/><Relationship Id="rId4" Type="http://schemas.openxmlformats.org/officeDocument/2006/relationships/image" Target="../media/image9.png"/></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10.png"/><Relationship Id="rId2" Type="http://schemas.openxmlformats.org/officeDocument/2006/relationships/diagramData" Target="../diagrams/data1.xml"/><Relationship Id="rId1" Type="http://schemas.openxmlformats.org/officeDocument/2006/relationships/slideLayout" Target="../slideLayouts/slideLayout1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11.png"/><Relationship Id="rId2" Type="http://schemas.openxmlformats.org/officeDocument/2006/relationships/diagramData" Target="../diagrams/data2.xml"/><Relationship Id="rId1" Type="http://schemas.openxmlformats.org/officeDocument/2006/relationships/slideLayout" Target="../slideLayouts/slideLayout1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3.xml"/><Relationship Id="rId5" Type="http://schemas.openxmlformats.org/officeDocument/2006/relationships/image" Target="../media/image14.png"/><Relationship Id="rId4" Type="http://schemas.openxmlformats.org/officeDocument/2006/relationships/image" Target="../media/image13.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13.xml"/><Relationship Id="rId5" Type="http://schemas.openxmlformats.org/officeDocument/2006/relationships/image" Target="../media/image17.png"/><Relationship Id="rId4" Type="http://schemas.openxmlformats.org/officeDocument/2006/relationships/image" Target="../media/image1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PlaceHolder 1"/>
          <p:cNvSpPr>
            <a:spLocks noGrp="1"/>
          </p:cNvSpPr>
          <p:nvPr>
            <p:ph type="title"/>
          </p:nvPr>
        </p:nvSpPr>
        <p:spPr>
          <a:xfrm>
            <a:off x="838080" y="2073600"/>
            <a:ext cx="9800280" cy="2387160"/>
          </a:xfrm>
          <a:prstGeom prst="rect">
            <a:avLst/>
          </a:prstGeom>
          <a:noFill/>
          <a:ln w="0">
            <a:noFill/>
          </a:ln>
        </p:spPr>
        <p:txBody>
          <a:bodyPr anchor="b">
            <a:normAutofit/>
          </a:bodyPr>
          <a:lstStyle/>
          <a:p>
            <a:pPr>
              <a:lnSpc>
                <a:spcPct val="90000"/>
              </a:lnSpc>
              <a:buNone/>
            </a:pPr>
            <a:r>
              <a:rPr lang="en-US" sz="4800" b="1" strike="noStrike" spc="-1">
                <a:solidFill>
                  <a:srgbClr val="FFFFFF"/>
                </a:solidFill>
                <a:latin typeface="HK Grotesk"/>
              </a:rPr>
              <a:t>Projet </a:t>
            </a:r>
            <a:r>
              <a:rPr lang="fr-FR" sz="4800" b="1" strike="noStrike" spc="-1">
                <a:solidFill>
                  <a:srgbClr val="FFFFFF"/>
                </a:solidFill>
                <a:latin typeface="HK Grotesk"/>
              </a:rPr>
              <a:t>Programmation</a:t>
            </a:r>
            <a:r>
              <a:rPr lang="en-US" sz="4800" b="1" strike="noStrike" spc="-1">
                <a:solidFill>
                  <a:srgbClr val="FFFFFF"/>
                </a:solidFill>
                <a:latin typeface="HK Grotesk"/>
              </a:rPr>
              <a:t> C</a:t>
            </a:r>
            <a:br>
              <a:rPr sz="4800"/>
            </a:br>
            <a:r>
              <a:rPr lang="en-US" sz="4800" b="1" strike="noStrike" spc="-1">
                <a:solidFill>
                  <a:srgbClr val="FFFFFF"/>
                </a:solidFill>
                <a:latin typeface="HK Grotesk"/>
              </a:rPr>
              <a:t>TETRISTE</a:t>
            </a:r>
            <a:endParaRPr lang="fr-FR" sz="4800" b="0" strike="noStrike" spc="-1">
              <a:solidFill>
                <a:srgbClr val="000000"/>
              </a:solidFill>
              <a:latin typeface="Calibri"/>
            </a:endParaRPr>
          </a:p>
        </p:txBody>
      </p:sp>
      <p:sp>
        <p:nvSpPr>
          <p:cNvPr id="125" name="PlaceHolder 2"/>
          <p:cNvSpPr>
            <a:spLocks noGrp="1"/>
          </p:cNvSpPr>
          <p:nvPr>
            <p:ph type="subTitle"/>
          </p:nvPr>
        </p:nvSpPr>
        <p:spPr>
          <a:xfrm>
            <a:off x="838080" y="4694040"/>
            <a:ext cx="9800280" cy="689040"/>
          </a:xfrm>
          <a:prstGeom prst="rect">
            <a:avLst/>
          </a:prstGeom>
          <a:noFill/>
          <a:ln w="0">
            <a:noFill/>
          </a:ln>
        </p:spPr>
        <p:txBody>
          <a:bodyPr anchor="t">
            <a:normAutofit fontScale="83500" lnSpcReduction="20000"/>
          </a:bodyPr>
          <a:lstStyle/>
          <a:p>
            <a:pPr>
              <a:lnSpc>
                <a:spcPct val="90000"/>
              </a:lnSpc>
              <a:spcBef>
                <a:spcPts val="1001"/>
              </a:spcBef>
              <a:buNone/>
              <a:tabLst>
                <a:tab pos="0" algn="l"/>
              </a:tabLst>
            </a:pPr>
            <a:r>
              <a:rPr lang="fr-FR" sz="2400" b="0" strike="noStrike" spc="-1">
                <a:solidFill>
                  <a:srgbClr val="FFFFFF"/>
                </a:solidFill>
                <a:latin typeface="Open Sans Light"/>
                <a:ea typeface="Open Sans Light"/>
              </a:rPr>
              <a:t>DESCHILDRE Matéo</a:t>
            </a:r>
            <a:endParaRPr lang="fr-FR" sz="2400" b="0" strike="noStrike" spc="-1">
              <a:latin typeface="Arial"/>
            </a:endParaRPr>
          </a:p>
          <a:p>
            <a:pPr>
              <a:lnSpc>
                <a:spcPct val="90000"/>
              </a:lnSpc>
              <a:spcBef>
                <a:spcPts val="1001"/>
              </a:spcBef>
              <a:buNone/>
              <a:tabLst>
                <a:tab pos="0" algn="l"/>
              </a:tabLst>
            </a:pPr>
            <a:r>
              <a:rPr lang="fr-FR" sz="2400" b="0" strike="noStrike" spc="-1">
                <a:solidFill>
                  <a:srgbClr val="FFFFFF"/>
                </a:solidFill>
                <a:latin typeface="Open Sans Light"/>
                <a:ea typeface="Open Sans Light"/>
              </a:rPr>
              <a:t>ROY Damien</a:t>
            </a:r>
            <a:endParaRPr lang="fr-FR" sz="2400" b="0" strike="noStrike" spc="-1">
              <a:latin typeface="Arial"/>
            </a:endParaRPr>
          </a:p>
        </p:txBody>
      </p:sp>
      <p:pic>
        <p:nvPicPr>
          <p:cNvPr id="126" name="Picture 4"/>
          <p:cNvPicPr/>
          <p:nvPr/>
        </p:nvPicPr>
        <p:blipFill>
          <a:blip r:embed="rId3">
            <a:extLst>
              <a:ext uri="{BEBA8EAE-BF5A-486C-A8C5-ECC9F3942E4B}">
                <a14:imgProps xmlns:a14="http://schemas.microsoft.com/office/drawing/2010/main">
                  <a14:imgLayer r:embed="rId4">
                    <a14:imgEffect>
                      <a14:brightnessContrast bright="40000" contrast="40000"/>
                    </a14:imgEffect>
                  </a14:imgLayer>
                </a14:imgProps>
              </a:ext>
            </a:extLst>
          </a:blip>
          <a:stretch/>
        </p:blipFill>
        <p:spPr>
          <a:xfrm>
            <a:off x="8222400" y="661680"/>
            <a:ext cx="3398040" cy="485280"/>
          </a:xfrm>
          <a:prstGeom prst="rect">
            <a:avLst/>
          </a:prstGeom>
          <a:ln w="0">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 name="PlaceHolder 1"/>
          <p:cNvSpPr>
            <a:spLocks noGrp="1"/>
          </p:cNvSpPr>
          <p:nvPr>
            <p:ph type="title"/>
          </p:nvPr>
        </p:nvSpPr>
        <p:spPr>
          <a:xfrm>
            <a:off x="838080" y="291600"/>
            <a:ext cx="10515240" cy="1325160"/>
          </a:xfrm>
          <a:prstGeom prst="rect">
            <a:avLst/>
          </a:prstGeom>
          <a:noFill/>
          <a:ln w="0">
            <a:noFill/>
          </a:ln>
        </p:spPr>
        <p:txBody>
          <a:bodyPr anchor="ctr">
            <a:noAutofit/>
          </a:bodyPr>
          <a:lstStyle/>
          <a:p>
            <a:pPr>
              <a:lnSpc>
                <a:spcPct val="90000"/>
              </a:lnSpc>
              <a:buNone/>
            </a:pPr>
            <a:r>
              <a:rPr lang="en-US" sz="4400" b="1" strike="noStrike" spc="-1">
                <a:solidFill>
                  <a:srgbClr val="3C56AF"/>
                </a:solidFill>
                <a:latin typeface="HK Grotesk"/>
              </a:rPr>
              <a:t>Agenda</a:t>
            </a:r>
            <a:endParaRPr lang="fr-FR" sz="4400" b="0" strike="noStrike" spc="-1">
              <a:solidFill>
                <a:srgbClr val="000000"/>
              </a:solidFill>
              <a:latin typeface="Calibri"/>
            </a:endParaRPr>
          </a:p>
        </p:txBody>
      </p:sp>
      <p:sp>
        <p:nvSpPr>
          <p:cNvPr id="128" name="PlaceHolder 2"/>
          <p:cNvSpPr>
            <a:spLocks noGrp="1"/>
          </p:cNvSpPr>
          <p:nvPr>
            <p:ph/>
          </p:nvPr>
        </p:nvSpPr>
        <p:spPr>
          <a:xfrm>
            <a:off x="838080" y="1752120"/>
            <a:ext cx="10515240" cy="4350960"/>
          </a:xfrm>
          <a:prstGeom prst="rect">
            <a:avLst/>
          </a:prstGeom>
          <a:noFill/>
          <a:ln w="0">
            <a:noFill/>
          </a:ln>
        </p:spPr>
        <p:txBody>
          <a:bodyPr anchor="t">
            <a:normAutofit/>
          </a:bodyPr>
          <a:lstStyle/>
          <a:p>
            <a:pPr>
              <a:lnSpc>
                <a:spcPct val="90000"/>
              </a:lnSpc>
              <a:spcBef>
                <a:spcPts val="1001"/>
              </a:spcBef>
              <a:buNone/>
              <a:tabLst>
                <a:tab pos="0" algn="l"/>
              </a:tabLst>
            </a:pPr>
            <a:r>
              <a:rPr lang="en-US" sz="2400" b="1" strike="noStrike" spc="-1">
                <a:solidFill>
                  <a:srgbClr val="202529"/>
                </a:solidFill>
                <a:latin typeface="Open Sans"/>
                <a:ea typeface="Open Sans"/>
              </a:rPr>
              <a:t>Présentation générale</a:t>
            </a:r>
            <a:endParaRPr lang="fr-FR" sz="2400" b="0" strike="noStrike" spc="-1">
              <a:solidFill>
                <a:srgbClr val="202529"/>
              </a:solidFill>
              <a:latin typeface="Open Sans"/>
            </a:endParaRPr>
          </a:p>
          <a:p>
            <a:pPr marL="685800" lvl="1" indent="-228600">
              <a:lnSpc>
                <a:spcPct val="90000"/>
              </a:lnSpc>
              <a:spcBef>
                <a:spcPts val="499"/>
              </a:spcBef>
              <a:buClr>
                <a:srgbClr val="202529"/>
              </a:buClr>
              <a:buFont typeface="Arial"/>
              <a:buChar char="•"/>
              <a:tabLst>
                <a:tab pos="0" algn="l"/>
              </a:tabLst>
            </a:pPr>
            <a:r>
              <a:rPr lang="en-US" sz="2000" b="0" strike="noStrike" spc="-1">
                <a:solidFill>
                  <a:srgbClr val="202529"/>
                </a:solidFill>
                <a:latin typeface="Open Sans"/>
                <a:ea typeface="Open Sans"/>
              </a:rPr>
              <a:t>Cahier des charges</a:t>
            </a:r>
            <a:endParaRPr lang="fr-FR" sz="2000" b="0" strike="noStrike" spc="-1">
              <a:solidFill>
                <a:srgbClr val="202529"/>
              </a:solidFill>
              <a:latin typeface="Open Sans"/>
            </a:endParaRPr>
          </a:p>
          <a:p>
            <a:pPr marL="685800" lvl="1" indent="-228600">
              <a:lnSpc>
                <a:spcPct val="90000"/>
              </a:lnSpc>
              <a:spcBef>
                <a:spcPts val="499"/>
              </a:spcBef>
              <a:buClr>
                <a:srgbClr val="202529"/>
              </a:buClr>
              <a:buFont typeface="Arial"/>
              <a:buChar char="•"/>
              <a:tabLst>
                <a:tab pos="0" algn="l"/>
              </a:tabLst>
            </a:pPr>
            <a:r>
              <a:rPr lang="en-US" sz="2000" b="0" strike="noStrike" spc="-1">
                <a:solidFill>
                  <a:srgbClr val="202529"/>
                </a:solidFill>
                <a:latin typeface="Open Sans"/>
                <a:ea typeface="Open Sans"/>
              </a:rPr>
              <a:t>Arborescence</a:t>
            </a:r>
            <a:endParaRPr lang="fr-FR" sz="2000" b="0" strike="noStrike" spc="-1">
              <a:solidFill>
                <a:srgbClr val="202529"/>
              </a:solidFill>
              <a:latin typeface="Open Sans"/>
            </a:endParaRPr>
          </a:p>
          <a:p>
            <a:pPr>
              <a:lnSpc>
                <a:spcPct val="90000"/>
              </a:lnSpc>
              <a:spcBef>
                <a:spcPts val="1001"/>
              </a:spcBef>
              <a:buNone/>
              <a:tabLst>
                <a:tab pos="0" algn="l"/>
              </a:tabLst>
            </a:pPr>
            <a:r>
              <a:rPr lang="en-US" sz="2400" b="1" strike="noStrike" spc="-1">
                <a:solidFill>
                  <a:srgbClr val="202529"/>
                </a:solidFill>
                <a:latin typeface="Open Sans"/>
                <a:ea typeface="Open Sans"/>
              </a:rPr>
              <a:t>Phase d’implémentation</a:t>
            </a:r>
            <a:endParaRPr lang="fr-FR" sz="2400" b="0" strike="noStrike" spc="-1">
              <a:solidFill>
                <a:srgbClr val="202529"/>
              </a:solidFill>
              <a:latin typeface="Open Sans"/>
            </a:endParaRPr>
          </a:p>
          <a:p>
            <a:pPr marL="685800" lvl="1" indent="-228600">
              <a:lnSpc>
                <a:spcPct val="90000"/>
              </a:lnSpc>
              <a:spcBef>
                <a:spcPts val="499"/>
              </a:spcBef>
              <a:buClr>
                <a:srgbClr val="202529"/>
              </a:buClr>
              <a:buFont typeface="Arial"/>
              <a:buChar char="•"/>
              <a:tabLst>
                <a:tab pos="0" algn="l"/>
              </a:tabLst>
            </a:pPr>
            <a:r>
              <a:rPr lang="en-US" sz="2000" b="0" strike="noStrike" spc="-1">
                <a:solidFill>
                  <a:srgbClr val="202529"/>
                </a:solidFill>
                <a:latin typeface="Open Sans"/>
                <a:ea typeface="Open Sans"/>
              </a:rPr>
              <a:t>Tétriste</a:t>
            </a:r>
            <a:endParaRPr lang="fr-FR" sz="2000" b="0" strike="noStrike" spc="-1">
              <a:solidFill>
                <a:srgbClr val="202529"/>
              </a:solidFill>
              <a:latin typeface="Open Sans"/>
            </a:endParaRPr>
          </a:p>
          <a:p>
            <a:pPr marL="685800" lvl="1" indent="-228600">
              <a:lnSpc>
                <a:spcPct val="90000"/>
              </a:lnSpc>
              <a:spcBef>
                <a:spcPts val="499"/>
              </a:spcBef>
              <a:buClr>
                <a:srgbClr val="202529"/>
              </a:buClr>
              <a:buFont typeface="Arial"/>
              <a:buChar char="•"/>
              <a:tabLst>
                <a:tab pos="0" algn="l"/>
              </a:tabLst>
            </a:pPr>
            <a:r>
              <a:rPr lang="en-US" sz="2000" b="0" strike="noStrike" spc="-1">
                <a:solidFill>
                  <a:srgbClr val="202529"/>
                </a:solidFill>
                <a:latin typeface="Open Sans"/>
                <a:ea typeface="Open Sans"/>
              </a:rPr>
              <a:t>Tépatrice</a:t>
            </a:r>
            <a:endParaRPr lang="fr-FR" sz="2000" b="0" strike="noStrike" spc="-1">
              <a:solidFill>
                <a:srgbClr val="202529"/>
              </a:solidFill>
              <a:latin typeface="Open Sans"/>
            </a:endParaRPr>
          </a:p>
          <a:p>
            <a:pPr marL="685800" lvl="1" indent="-228600">
              <a:lnSpc>
                <a:spcPct val="90000"/>
              </a:lnSpc>
              <a:spcBef>
                <a:spcPts val="499"/>
              </a:spcBef>
              <a:buClr>
                <a:srgbClr val="202529"/>
              </a:buClr>
              <a:buFont typeface="Arial"/>
              <a:buChar char="•"/>
              <a:tabLst>
                <a:tab pos="0" algn="l"/>
              </a:tabLst>
            </a:pPr>
            <a:r>
              <a:rPr lang="en-US" sz="2000" b="0" strike="noStrike" spc="-1">
                <a:solidFill>
                  <a:srgbClr val="202529"/>
                </a:solidFill>
                <a:latin typeface="Open Sans"/>
                <a:ea typeface="Open Sans"/>
              </a:rPr>
              <a:t>Técontent</a:t>
            </a:r>
            <a:endParaRPr lang="fr-FR" sz="2000" b="0" strike="noStrike" spc="-1">
              <a:solidFill>
                <a:srgbClr val="202529"/>
              </a:solidFill>
              <a:latin typeface="Open Sans"/>
            </a:endParaRPr>
          </a:p>
          <a:p>
            <a:pPr marL="685800" lvl="1" indent="-228600">
              <a:lnSpc>
                <a:spcPct val="90000"/>
              </a:lnSpc>
              <a:spcBef>
                <a:spcPts val="499"/>
              </a:spcBef>
              <a:buClr>
                <a:srgbClr val="202529"/>
              </a:buClr>
              <a:buFont typeface="Arial"/>
              <a:buChar char="•"/>
              <a:tabLst>
                <a:tab pos="0" algn="l"/>
              </a:tabLst>
            </a:pPr>
            <a:r>
              <a:rPr lang="en-US" sz="2000" b="0" strike="noStrike" spc="-1">
                <a:solidFill>
                  <a:srgbClr val="202529"/>
                </a:solidFill>
                <a:latin typeface="Open Sans"/>
                <a:ea typeface="Open Sans"/>
              </a:rPr>
              <a:t>Bonus</a:t>
            </a:r>
            <a:endParaRPr lang="fr-FR" sz="2000" b="0" strike="noStrike" spc="-1">
              <a:solidFill>
                <a:srgbClr val="202529"/>
              </a:solidFill>
              <a:latin typeface="Open Sans"/>
            </a:endParaRPr>
          </a:p>
          <a:p>
            <a:pPr>
              <a:lnSpc>
                <a:spcPct val="100000"/>
              </a:lnSpc>
              <a:spcBef>
                <a:spcPts val="1001"/>
              </a:spcBef>
              <a:buNone/>
              <a:tabLst>
                <a:tab pos="0" algn="l"/>
              </a:tabLst>
            </a:pPr>
            <a:r>
              <a:rPr lang="en-US" sz="2400" b="1" strike="noStrike" spc="-1">
                <a:solidFill>
                  <a:srgbClr val="202529"/>
                </a:solidFill>
                <a:latin typeface="Open Sans"/>
                <a:ea typeface="Open Sans"/>
              </a:rPr>
              <a:t>Conclusion</a:t>
            </a:r>
            <a:endParaRPr lang="fr-FR" sz="2400" b="0" strike="noStrike" spc="-1">
              <a:solidFill>
                <a:srgbClr val="202529"/>
              </a:solidFill>
              <a:latin typeface="Open Sans"/>
            </a:endParaRPr>
          </a:p>
          <a:p>
            <a:pPr>
              <a:lnSpc>
                <a:spcPct val="100000"/>
              </a:lnSpc>
              <a:spcBef>
                <a:spcPts val="1001"/>
              </a:spcBef>
              <a:buNone/>
              <a:tabLst>
                <a:tab pos="0" algn="l"/>
              </a:tabLst>
            </a:pPr>
            <a:r>
              <a:rPr lang="en-US" sz="2400" b="1" strike="noStrike" spc="-1">
                <a:solidFill>
                  <a:srgbClr val="202529"/>
                </a:solidFill>
                <a:latin typeface="Open Sans"/>
                <a:ea typeface="Open Sans"/>
              </a:rPr>
              <a:t>Q&amp;A</a:t>
            </a:r>
            <a:endParaRPr lang="fr-FR" sz="2400" b="0" strike="noStrike" spc="-1">
              <a:solidFill>
                <a:srgbClr val="202529"/>
              </a:solidFill>
              <a:latin typeface="Open Sans"/>
            </a:endParaRPr>
          </a:p>
        </p:txBody>
      </p:sp>
      <p:sp>
        <p:nvSpPr>
          <p:cNvPr id="129" name="ZoneTexte 1"/>
          <p:cNvSpPr/>
          <p:nvPr/>
        </p:nvSpPr>
        <p:spPr>
          <a:xfrm>
            <a:off x="2206080" y="6690960"/>
            <a:ext cx="184320" cy="369000"/>
          </a:xfrm>
          <a:prstGeom prst="rect">
            <a:avLst/>
          </a:prstGeom>
          <a:noFill/>
          <a:ln w="0">
            <a:noFill/>
          </a:ln>
        </p:spPr>
        <p:style>
          <a:lnRef idx="0">
            <a:scrgbClr r="0" g="0" b="0"/>
          </a:lnRef>
          <a:fillRef idx="0">
            <a:scrgbClr r="0" g="0" b="0"/>
          </a:fillRef>
          <a:effectRef idx="0">
            <a:scrgbClr r="0" g="0" b="0"/>
          </a:effectRef>
          <a:fontRef idx="minor"/>
        </p:style>
        <p:txBody>
          <a:bodyPr/>
          <a:lstStyle/>
          <a:p>
            <a:endParaRPr lang="fr-F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PlaceHolder 1"/>
          <p:cNvSpPr>
            <a:spLocks noGrp="1"/>
          </p:cNvSpPr>
          <p:nvPr>
            <p:ph type="title"/>
          </p:nvPr>
        </p:nvSpPr>
        <p:spPr>
          <a:xfrm>
            <a:off x="831960" y="1709640"/>
            <a:ext cx="10515240" cy="2852280"/>
          </a:xfrm>
          <a:prstGeom prst="rect">
            <a:avLst/>
          </a:prstGeom>
          <a:noFill/>
          <a:ln w="0">
            <a:noFill/>
          </a:ln>
        </p:spPr>
        <p:txBody>
          <a:bodyPr anchor="b">
            <a:normAutofit/>
          </a:bodyPr>
          <a:lstStyle/>
          <a:p>
            <a:pPr>
              <a:lnSpc>
                <a:spcPct val="90000"/>
              </a:lnSpc>
              <a:buNone/>
            </a:pPr>
            <a:r>
              <a:rPr lang="en-US" sz="4400" b="1" strike="noStrike" spc="-1">
                <a:solidFill>
                  <a:srgbClr val="FFFFFF"/>
                </a:solidFill>
                <a:latin typeface="HK Grotesk"/>
                <a:ea typeface="Open Sans"/>
              </a:rPr>
              <a:t>Présentation générale</a:t>
            </a:r>
            <a:endParaRPr lang="fr-FR" sz="4400" b="0" strike="noStrike" spc="-1">
              <a:solidFill>
                <a:srgbClr val="000000"/>
              </a:solidFill>
              <a:latin typeface="Calibri"/>
            </a:endParaRPr>
          </a:p>
        </p:txBody>
      </p:sp>
      <p:sp>
        <p:nvSpPr>
          <p:cNvPr id="131" name="PlaceHolder 2"/>
          <p:cNvSpPr>
            <a:spLocks noGrp="1"/>
          </p:cNvSpPr>
          <p:nvPr>
            <p:ph/>
          </p:nvPr>
        </p:nvSpPr>
        <p:spPr>
          <a:xfrm>
            <a:off x="831960" y="4589640"/>
            <a:ext cx="10515240" cy="1499760"/>
          </a:xfrm>
          <a:prstGeom prst="rect">
            <a:avLst/>
          </a:prstGeom>
          <a:noFill/>
          <a:ln w="0">
            <a:noFill/>
          </a:ln>
        </p:spPr>
        <p:txBody>
          <a:bodyPr anchor="t">
            <a:noAutofit/>
          </a:bodyPr>
          <a:lstStyle/>
          <a:p>
            <a:pPr>
              <a:lnSpc>
                <a:spcPct val="90000"/>
              </a:lnSpc>
              <a:spcBef>
                <a:spcPts val="1417"/>
              </a:spcBef>
              <a:buNone/>
            </a:pPr>
            <a:endParaRPr lang="fr-FR" sz="2800" b="0" strike="noStrike" spc="-1">
              <a:solidFill>
                <a:srgbClr val="202529"/>
              </a:solidFill>
              <a:latin typeface="Open Sa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 name="PlaceHolder 1"/>
          <p:cNvSpPr>
            <a:spLocks noGrp="1"/>
          </p:cNvSpPr>
          <p:nvPr>
            <p:ph type="title"/>
          </p:nvPr>
        </p:nvSpPr>
        <p:spPr>
          <a:xfrm>
            <a:off x="838080" y="291600"/>
            <a:ext cx="10515240" cy="1325160"/>
          </a:xfrm>
          <a:prstGeom prst="rect">
            <a:avLst/>
          </a:prstGeom>
          <a:noFill/>
          <a:ln w="0">
            <a:noFill/>
          </a:ln>
        </p:spPr>
        <p:txBody>
          <a:bodyPr anchor="ctr">
            <a:noAutofit/>
          </a:bodyPr>
          <a:lstStyle/>
          <a:p>
            <a:pPr>
              <a:lnSpc>
                <a:spcPct val="90000"/>
              </a:lnSpc>
              <a:buNone/>
            </a:pPr>
            <a:r>
              <a:rPr lang="en-US" sz="4400" b="1" strike="noStrike" spc="-1">
                <a:solidFill>
                  <a:srgbClr val="3C56AF"/>
                </a:solidFill>
                <a:latin typeface="HK Grotesk"/>
              </a:rPr>
              <a:t>Cahier des charges</a:t>
            </a:r>
            <a:endParaRPr lang="fr-FR" sz="4400" b="0" strike="noStrike" spc="-1">
              <a:solidFill>
                <a:srgbClr val="000000"/>
              </a:solidFill>
              <a:latin typeface="Calibri"/>
            </a:endParaRPr>
          </a:p>
        </p:txBody>
      </p:sp>
      <p:pic>
        <p:nvPicPr>
          <p:cNvPr id="133" name="Espace réservé du contenu 9" descr="Une image contenant texte, reçu, Police, capture d’écran&#10;&#10;Description générée automatiquement"/>
          <p:cNvPicPr/>
          <p:nvPr/>
        </p:nvPicPr>
        <p:blipFill>
          <a:blip r:embed="rId3"/>
          <a:srcRect l="2548" t="16391" r="2353" b="16566"/>
          <a:stretch/>
        </p:blipFill>
        <p:spPr>
          <a:xfrm>
            <a:off x="1051560" y="1638360"/>
            <a:ext cx="10301760" cy="4084920"/>
          </a:xfrm>
          <a:prstGeom prst="rect">
            <a:avLst/>
          </a:prstGeom>
          <a:ln w="0">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 name="PlaceHolder 1"/>
          <p:cNvSpPr>
            <a:spLocks noGrp="1"/>
          </p:cNvSpPr>
          <p:nvPr>
            <p:ph type="title"/>
          </p:nvPr>
        </p:nvSpPr>
        <p:spPr>
          <a:xfrm>
            <a:off x="838080" y="291600"/>
            <a:ext cx="10515240" cy="1325160"/>
          </a:xfrm>
          <a:prstGeom prst="rect">
            <a:avLst/>
          </a:prstGeom>
          <a:noFill/>
          <a:ln w="0">
            <a:noFill/>
          </a:ln>
        </p:spPr>
        <p:txBody>
          <a:bodyPr anchor="ctr">
            <a:noAutofit/>
          </a:bodyPr>
          <a:lstStyle/>
          <a:p>
            <a:pPr>
              <a:lnSpc>
                <a:spcPct val="90000"/>
              </a:lnSpc>
              <a:buNone/>
            </a:pPr>
            <a:r>
              <a:rPr lang="en-US" sz="4400" b="1" strike="noStrike" spc="-1">
                <a:solidFill>
                  <a:srgbClr val="3C56AF"/>
                </a:solidFill>
                <a:latin typeface="HK Grotesk"/>
              </a:rPr>
              <a:t>Arborescence</a:t>
            </a:r>
            <a:endParaRPr lang="fr-FR" sz="4400" b="0" strike="noStrike" spc="-1">
              <a:solidFill>
                <a:srgbClr val="000000"/>
              </a:solidFill>
              <a:latin typeface="Calibri"/>
            </a:endParaRPr>
          </a:p>
        </p:txBody>
      </p:sp>
      <p:pic>
        <p:nvPicPr>
          <p:cNvPr id="135" name="Espace réservé du contenu 5" descr="Une image contenant diagramme, ligne, conception&#10;&#10;Description générée automatiquement"/>
          <p:cNvPicPr/>
          <p:nvPr/>
        </p:nvPicPr>
        <p:blipFill>
          <a:blip r:embed="rId3"/>
          <a:srcRect l="3000" t="16468" r="2613" b="15792"/>
          <a:stretch/>
        </p:blipFill>
        <p:spPr>
          <a:xfrm>
            <a:off x="434160" y="1339560"/>
            <a:ext cx="11664000" cy="4874760"/>
          </a:xfrm>
          <a:prstGeom prst="rect">
            <a:avLst/>
          </a:prstGeom>
          <a:ln w="0">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PlaceHolder 1"/>
          <p:cNvSpPr>
            <a:spLocks noGrp="1"/>
          </p:cNvSpPr>
          <p:nvPr>
            <p:ph type="title"/>
          </p:nvPr>
        </p:nvSpPr>
        <p:spPr>
          <a:xfrm>
            <a:off x="831960" y="1709640"/>
            <a:ext cx="10515240" cy="2852280"/>
          </a:xfrm>
          <a:prstGeom prst="rect">
            <a:avLst/>
          </a:prstGeom>
          <a:noFill/>
          <a:ln w="0">
            <a:noFill/>
          </a:ln>
        </p:spPr>
        <p:txBody>
          <a:bodyPr anchor="b">
            <a:normAutofit/>
          </a:bodyPr>
          <a:lstStyle/>
          <a:p>
            <a:pPr>
              <a:lnSpc>
                <a:spcPct val="90000"/>
              </a:lnSpc>
              <a:buNone/>
            </a:pPr>
            <a:r>
              <a:rPr lang="en-US" sz="4400" b="1" strike="noStrike" spc="-1">
                <a:solidFill>
                  <a:srgbClr val="FFFFFF"/>
                </a:solidFill>
                <a:latin typeface="HK Grotesk"/>
                <a:ea typeface="Open Sans"/>
              </a:rPr>
              <a:t>Phase d’implémentation</a:t>
            </a:r>
            <a:endParaRPr lang="fr-FR" sz="4400" b="0" strike="noStrike" spc="-1">
              <a:solidFill>
                <a:srgbClr val="000000"/>
              </a:solidFill>
              <a:latin typeface="Calibri"/>
            </a:endParaRPr>
          </a:p>
        </p:txBody>
      </p:sp>
      <p:sp>
        <p:nvSpPr>
          <p:cNvPr id="137" name="PlaceHolder 2"/>
          <p:cNvSpPr>
            <a:spLocks noGrp="1"/>
          </p:cNvSpPr>
          <p:nvPr>
            <p:ph/>
          </p:nvPr>
        </p:nvSpPr>
        <p:spPr>
          <a:xfrm>
            <a:off x="831960" y="4589640"/>
            <a:ext cx="10515240" cy="1499760"/>
          </a:xfrm>
          <a:prstGeom prst="rect">
            <a:avLst/>
          </a:prstGeom>
          <a:noFill/>
          <a:ln w="0">
            <a:noFill/>
          </a:ln>
        </p:spPr>
        <p:txBody>
          <a:bodyPr anchor="t">
            <a:noAutofit/>
          </a:bodyPr>
          <a:lstStyle/>
          <a:p>
            <a:pPr>
              <a:lnSpc>
                <a:spcPct val="90000"/>
              </a:lnSpc>
              <a:spcBef>
                <a:spcPts val="1417"/>
              </a:spcBef>
              <a:buNone/>
            </a:pPr>
            <a:endParaRPr lang="fr-FR" sz="2800" b="0" strike="noStrike" spc="-1">
              <a:solidFill>
                <a:srgbClr val="202529"/>
              </a:solidFill>
              <a:latin typeface="Open San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8" name="Tableau 11"/>
          <p:cNvGraphicFramePr/>
          <p:nvPr/>
        </p:nvGraphicFramePr>
        <p:xfrm>
          <a:off x="1414440" y="1046520"/>
          <a:ext cx="9362880" cy="4764240"/>
        </p:xfrm>
        <a:graphic>
          <a:graphicData uri="http://schemas.openxmlformats.org/drawingml/2006/table">
            <a:tbl>
              <a:tblPr/>
              <a:tblGrid>
                <a:gridCol w="9362880">
                  <a:extLst>
                    <a:ext uri="{9D8B030D-6E8A-4147-A177-3AD203B41FA5}">
                      <a16:colId xmlns:a16="http://schemas.microsoft.com/office/drawing/2014/main" val="20000"/>
                    </a:ext>
                  </a:extLst>
                </a:gridCol>
              </a:tblGrid>
              <a:tr h="870480">
                <a:tc>
                  <a:txBody>
                    <a:bodyPr/>
                    <a:lstStyle/>
                    <a:p>
                      <a:pPr>
                        <a:lnSpc>
                          <a:spcPct val="100000"/>
                        </a:lnSpc>
                        <a:buNone/>
                      </a:pPr>
                      <a:r>
                        <a:rPr lang="fr-FR" sz="2400" b="1" strike="noStrike" spc="-1">
                          <a:solidFill>
                            <a:srgbClr val="FFFFFF"/>
                          </a:solidFill>
                          <a:latin typeface="HK Grotesk"/>
                        </a:rPr>
                        <a:t>TETRISTE</a:t>
                      </a:r>
                      <a:endParaRPr lang="fr-FR" sz="2400" b="0" strike="noStrike" spc="-1">
                        <a:latin typeface="Arial"/>
                      </a:endParaRPr>
                    </a:p>
                  </a:txBody>
                  <a:tcPr anchor="ctr">
                    <a:lnL w="12240">
                      <a:solidFill>
                        <a:srgbClr val="FFFFFF"/>
                      </a:solidFill>
                    </a:lnL>
                    <a:lnR w="12240">
                      <a:solidFill>
                        <a:srgbClr val="FFFFFF"/>
                      </a:solidFill>
                    </a:lnR>
                    <a:lnT w="12240">
                      <a:solidFill>
                        <a:srgbClr val="FFFFFF"/>
                      </a:solidFill>
                    </a:lnT>
                    <a:lnB w="38160">
                      <a:solidFill>
                        <a:srgbClr val="FFFFFF"/>
                      </a:solidFill>
                    </a:lnB>
                    <a:solidFill>
                      <a:srgbClr val="4472C4"/>
                    </a:solidFill>
                  </a:tcPr>
                </a:tc>
                <a:extLst>
                  <a:ext uri="{0D108BD9-81ED-4DB2-BD59-A6C34878D82A}">
                    <a16:rowId xmlns:a16="http://schemas.microsoft.com/office/drawing/2014/main" val="10000"/>
                  </a:ext>
                </a:extLst>
              </a:tr>
              <a:tr h="870480">
                <a:tc>
                  <a:txBody>
                    <a:bodyPr/>
                    <a:lstStyle/>
                    <a:p>
                      <a:pPr marL="457200">
                        <a:lnSpc>
                          <a:spcPct val="150000"/>
                        </a:lnSpc>
                        <a:buNone/>
                      </a:pPr>
                      <a:r>
                        <a:rPr lang="fr-FR" sz="1800" b="0" strike="noStrike" spc="-1">
                          <a:solidFill>
                            <a:srgbClr val="000000"/>
                          </a:solidFill>
                          <a:latin typeface="Open Sans"/>
                          <a:ea typeface="Open Sans"/>
                        </a:rPr>
                        <a:t>Affichage du jeu dans le terminal</a:t>
                      </a:r>
                      <a:endParaRPr lang="fr-FR" sz="1800" b="0" strike="noStrike" spc="-1">
                        <a:latin typeface="Arial"/>
                      </a:endParaRPr>
                    </a:p>
                  </a:txBody>
                  <a:tcPr anchor="ctr">
                    <a:lnL w="12240">
                      <a:solidFill>
                        <a:srgbClr val="FFFFFF"/>
                      </a:solidFill>
                    </a:lnL>
                    <a:lnR w="12240">
                      <a:solidFill>
                        <a:srgbClr val="FFFFFF"/>
                      </a:solidFill>
                    </a:lnR>
                    <a:lnT w="38160" cap="flat" cmpd="sng" algn="ctr">
                      <a:solidFill>
                        <a:srgbClr val="FFFFFF"/>
                      </a:solidFill>
                      <a:prstDash val="solid"/>
                      <a:round/>
                      <a:headEnd type="none" w="med" len="med"/>
                      <a:tailEnd type="none" w="med" len="med"/>
                    </a:lnT>
                    <a:lnB w="12240">
                      <a:solidFill>
                        <a:srgbClr val="FFFFFF"/>
                      </a:solidFill>
                    </a:lnB>
                    <a:solidFill>
                      <a:srgbClr val="CFD5E9"/>
                    </a:solidFill>
                  </a:tcPr>
                </a:tc>
                <a:extLst>
                  <a:ext uri="{0D108BD9-81ED-4DB2-BD59-A6C34878D82A}">
                    <a16:rowId xmlns:a16="http://schemas.microsoft.com/office/drawing/2014/main" val="10001"/>
                  </a:ext>
                </a:extLst>
              </a:tr>
              <a:tr h="870480">
                <a:tc>
                  <a:txBody>
                    <a:bodyPr/>
                    <a:lstStyle/>
                    <a:p>
                      <a:pPr marL="457200">
                        <a:lnSpc>
                          <a:spcPct val="150000"/>
                        </a:lnSpc>
                        <a:buNone/>
                      </a:pPr>
                      <a:r>
                        <a:rPr lang="fr-FR" sz="1800" b="0" strike="noStrike" spc="-1">
                          <a:solidFill>
                            <a:srgbClr val="000000"/>
                          </a:solidFill>
                          <a:latin typeface="Open Sans"/>
                          <a:ea typeface="Open Sans"/>
                        </a:rPr>
                        <a:t>Insertions à droite et à gauche fonctionnent</a:t>
                      </a:r>
                      <a:endParaRPr lang="fr-FR" sz="1800" b="0" strike="noStrike" spc="-1">
                        <a:latin typeface="Arial"/>
                      </a:endParaRPr>
                    </a:p>
                  </a:txBody>
                  <a:tcPr anchor="ctr">
                    <a:lnL w="12240">
                      <a:solidFill>
                        <a:srgbClr val="FFFFFF"/>
                      </a:solidFill>
                    </a:lnL>
                    <a:lnR w="12240">
                      <a:solidFill>
                        <a:srgbClr val="FFFFFF"/>
                      </a:solidFill>
                    </a:lnR>
                    <a:lnT w="12240">
                      <a:solidFill>
                        <a:srgbClr val="FFFFFF"/>
                      </a:solidFill>
                    </a:lnT>
                    <a:lnB w="12240">
                      <a:solidFill>
                        <a:srgbClr val="FFFFFF"/>
                      </a:solidFill>
                    </a:lnB>
                    <a:solidFill>
                      <a:srgbClr val="E8EBF4"/>
                    </a:solidFill>
                  </a:tcPr>
                </a:tc>
                <a:extLst>
                  <a:ext uri="{0D108BD9-81ED-4DB2-BD59-A6C34878D82A}">
                    <a16:rowId xmlns:a16="http://schemas.microsoft.com/office/drawing/2014/main" val="10002"/>
                  </a:ext>
                </a:extLst>
              </a:tr>
              <a:tr h="1282320">
                <a:tc>
                  <a:txBody>
                    <a:bodyPr/>
                    <a:lstStyle/>
                    <a:p>
                      <a:pPr marL="457200">
                        <a:lnSpc>
                          <a:spcPct val="150000"/>
                        </a:lnSpc>
                        <a:buNone/>
                      </a:pPr>
                      <a:r>
                        <a:rPr lang="fr-FR" sz="1800" b="0" strike="noStrike" spc="-1">
                          <a:solidFill>
                            <a:srgbClr val="000000"/>
                          </a:solidFill>
                          <a:latin typeface="Open Sans"/>
                          <a:ea typeface="Open Sans"/>
                        </a:rPr>
                        <a:t>Suppression de 3 pièces consécutives ayant une couleur ou une forme commune fonctionne</a:t>
                      </a:r>
                      <a:endParaRPr lang="fr-FR" sz="1800" b="0" strike="noStrike" spc="-1">
                        <a:latin typeface="Arial"/>
                      </a:endParaRPr>
                    </a:p>
                  </a:txBody>
                  <a:tcPr anchor="ctr">
                    <a:lnL w="12240">
                      <a:solidFill>
                        <a:srgbClr val="FFFFFF"/>
                      </a:solidFill>
                    </a:lnL>
                    <a:lnR w="12240">
                      <a:solidFill>
                        <a:srgbClr val="FFFFFF"/>
                      </a:solidFill>
                    </a:lnR>
                    <a:lnT w="12240">
                      <a:solidFill>
                        <a:srgbClr val="FFFFFF"/>
                      </a:solidFill>
                    </a:lnT>
                    <a:lnB w="12240">
                      <a:solidFill>
                        <a:srgbClr val="FFFFFF"/>
                      </a:solidFill>
                    </a:lnB>
                    <a:solidFill>
                      <a:srgbClr val="CFD5E9"/>
                    </a:solidFill>
                  </a:tcPr>
                </a:tc>
                <a:extLst>
                  <a:ext uri="{0D108BD9-81ED-4DB2-BD59-A6C34878D82A}">
                    <a16:rowId xmlns:a16="http://schemas.microsoft.com/office/drawing/2014/main" val="10003"/>
                  </a:ext>
                </a:extLst>
              </a:tr>
              <a:tr h="870480">
                <a:tc>
                  <a:txBody>
                    <a:bodyPr/>
                    <a:lstStyle/>
                    <a:p>
                      <a:pPr marL="457200">
                        <a:lnSpc>
                          <a:spcPct val="150000"/>
                        </a:lnSpc>
                        <a:buNone/>
                      </a:pPr>
                      <a:r>
                        <a:rPr lang="fr-FR" sz="1800" b="0" strike="noStrike" spc="-1">
                          <a:solidFill>
                            <a:srgbClr val="000000"/>
                          </a:solidFill>
                          <a:latin typeface="Open Sans"/>
                          <a:ea typeface="Open Sans"/>
                        </a:rPr>
                        <a:t>Allocation et libération de la mémoire parfaite</a:t>
                      </a:r>
                      <a:endParaRPr lang="fr-FR" sz="1800" b="0" strike="noStrike" spc="-1">
                        <a:latin typeface="Arial"/>
                      </a:endParaRPr>
                    </a:p>
                  </a:txBody>
                  <a:tcPr anchor="ctr">
                    <a:lnL w="12240">
                      <a:solidFill>
                        <a:srgbClr val="FFFFFF"/>
                      </a:solidFill>
                    </a:lnL>
                    <a:lnR w="12240">
                      <a:solidFill>
                        <a:srgbClr val="FFFFFF"/>
                      </a:solidFill>
                    </a:lnR>
                    <a:lnT w="12240">
                      <a:solidFill>
                        <a:srgbClr val="FFFFFF"/>
                      </a:solidFill>
                    </a:lnT>
                    <a:lnB w="12240">
                      <a:solidFill>
                        <a:srgbClr val="FFFFFF"/>
                      </a:solidFill>
                    </a:lnB>
                    <a:solidFill>
                      <a:srgbClr val="E8EBF4"/>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PlaceHolder 1"/>
          <p:cNvSpPr>
            <a:spLocks noGrp="1"/>
          </p:cNvSpPr>
          <p:nvPr>
            <p:ph type="title"/>
          </p:nvPr>
        </p:nvSpPr>
        <p:spPr>
          <a:xfrm>
            <a:off x="838080" y="291600"/>
            <a:ext cx="10515240" cy="1325160"/>
          </a:xfrm>
          <a:prstGeom prst="rect">
            <a:avLst/>
          </a:prstGeom>
          <a:noFill/>
          <a:ln w="0">
            <a:noFill/>
          </a:ln>
        </p:spPr>
        <p:txBody>
          <a:bodyPr anchor="ctr">
            <a:noAutofit/>
          </a:bodyPr>
          <a:lstStyle/>
          <a:p>
            <a:pPr>
              <a:lnSpc>
                <a:spcPct val="90000"/>
              </a:lnSpc>
              <a:buNone/>
            </a:pPr>
            <a:r>
              <a:rPr lang="fr-FR" sz="4400" b="1" strike="noStrike" spc="-1">
                <a:solidFill>
                  <a:srgbClr val="3C56AF"/>
                </a:solidFill>
                <a:latin typeface="HK Grotesk"/>
              </a:rPr>
              <a:t>Affichage dans le terminal</a:t>
            </a:r>
            <a:endParaRPr lang="fr-FR" sz="4400" b="0" strike="noStrike" spc="-1">
              <a:solidFill>
                <a:srgbClr val="000000"/>
              </a:solidFill>
              <a:latin typeface="Calibri"/>
            </a:endParaRPr>
          </a:p>
        </p:txBody>
      </p:sp>
      <p:pic>
        <p:nvPicPr>
          <p:cNvPr id="140" name="Image 139"/>
          <p:cNvPicPr/>
          <p:nvPr/>
        </p:nvPicPr>
        <p:blipFill>
          <a:blip r:embed="rId2"/>
          <a:stretch/>
        </p:blipFill>
        <p:spPr>
          <a:xfrm>
            <a:off x="1604880" y="1616760"/>
            <a:ext cx="8981640" cy="2171520"/>
          </a:xfrm>
          <a:prstGeom prst="rect">
            <a:avLst/>
          </a:prstGeom>
          <a:ln w="0">
            <a:noFill/>
          </a:ln>
        </p:spPr>
      </p:pic>
      <p:pic>
        <p:nvPicPr>
          <p:cNvPr id="141" name="Image 140"/>
          <p:cNvPicPr/>
          <p:nvPr/>
        </p:nvPicPr>
        <p:blipFill>
          <a:blip r:embed="rId3"/>
          <a:stretch/>
        </p:blipFill>
        <p:spPr>
          <a:xfrm>
            <a:off x="3719340" y="4051223"/>
            <a:ext cx="4752720" cy="1885680"/>
          </a:xfrm>
          <a:prstGeom prst="rect">
            <a:avLst/>
          </a:prstGeom>
          <a:ln w="0">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PlaceHolder 1"/>
          <p:cNvSpPr>
            <a:spLocks noGrp="1"/>
          </p:cNvSpPr>
          <p:nvPr>
            <p:ph type="title"/>
          </p:nvPr>
        </p:nvSpPr>
        <p:spPr>
          <a:xfrm>
            <a:off x="838080" y="291600"/>
            <a:ext cx="10515240" cy="1325160"/>
          </a:xfrm>
          <a:prstGeom prst="rect">
            <a:avLst/>
          </a:prstGeom>
          <a:noFill/>
          <a:ln w="0">
            <a:noFill/>
          </a:ln>
        </p:spPr>
        <p:txBody>
          <a:bodyPr anchor="ctr">
            <a:noAutofit/>
          </a:bodyPr>
          <a:lstStyle/>
          <a:p>
            <a:pPr>
              <a:lnSpc>
                <a:spcPct val="90000"/>
              </a:lnSpc>
              <a:buNone/>
            </a:pPr>
            <a:r>
              <a:rPr lang="fr-FR" sz="4400" b="1" strike="noStrike" spc="-1">
                <a:solidFill>
                  <a:srgbClr val="3C56AF"/>
                </a:solidFill>
                <a:latin typeface="HK Grotesk"/>
              </a:rPr>
              <a:t>Insertion à droite et à gauche</a:t>
            </a:r>
            <a:endParaRPr lang="fr-FR" sz="4400" b="0" strike="noStrike" spc="-1">
              <a:solidFill>
                <a:srgbClr val="000000"/>
              </a:solidFill>
              <a:latin typeface="Calibri"/>
            </a:endParaRPr>
          </a:p>
        </p:txBody>
      </p:sp>
      <p:sp>
        <p:nvSpPr>
          <p:cNvPr id="143" name="Rectangle 7"/>
          <p:cNvSpPr/>
          <p:nvPr/>
        </p:nvSpPr>
        <p:spPr>
          <a:xfrm>
            <a:off x="3485160" y="3984120"/>
            <a:ext cx="719640" cy="719640"/>
          </a:xfrm>
          <a:prstGeom prst="rect">
            <a:avLst/>
          </a:prstGeom>
          <a:solidFill>
            <a:srgbClr val="4472C4"/>
          </a:solidFill>
          <a:ln>
            <a:noFill/>
          </a:ln>
        </p:spPr>
        <p:style>
          <a:lnRef idx="2">
            <a:schemeClr val="accent1">
              <a:shade val="15000"/>
            </a:schemeClr>
          </a:lnRef>
          <a:fillRef idx="1">
            <a:schemeClr val="accent1"/>
          </a:fillRef>
          <a:effectRef idx="0">
            <a:schemeClr val="accent1"/>
          </a:effectRef>
          <a:fontRef idx="minor"/>
        </p:style>
        <p:txBody>
          <a:bodyPr/>
          <a:lstStyle/>
          <a:p>
            <a:endParaRPr lang="fr-FR"/>
          </a:p>
        </p:txBody>
      </p:sp>
      <p:sp>
        <p:nvSpPr>
          <p:cNvPr id="144" name="Rectangle 8"/>
          <p:cNvSpPr/>
          <p:nvPr/>
        </p:nvSpPr>
        <p:spPr>
          <a:xfrm>
            <a:off x="4653000" y="3979080"/>
            <a:ext cx="719640" cy="719640"/>
          </a:xfrm>
          <a:prstGeom prst="rect">
            <a:avLst/>
          </a:prstGeom>
          <a:solidFill>
            <a:srgbClr val="E82E00"/>
          </a:solidFill>
          <a:ln>
            <a:noFill/>
          </a:ln>
        </p:spPr>
        <p:style>
          <a:lnRef idx="2">
            <a:schemeClr val="accent1">
              <a:shade val="15000"/>
            </a:schemeClr>
          </a:lnRef>
          <a:fillRef idx="1">
            <a:schemeClr val="accent1"/>
          </a:fillRef>
          <a:effectRef idx="0">
            <a:schemeClr val="accent1"/>
          </a:effectRef>
          <a:fontRef idx="minor"/>
        </p:style>
        <p:txBody>
          <a:bodyPr/>
          <a:lstStyle/>
          <a:p>
            <a:endParaRPr lang="fr-FR"/>
          </a:p>
        </p:txBody>
      </p:sp>
      <p:sp>
        <p:nvSpPr>
          <p:cNvPr id="145" name="Ellipse 9"/>
          <p:cNvSpPr/>
          <p:nvPr/>
        </p:nvSpPr>
        <p:spPr>
          <a:xfrm>
            <a:off x="5821200" y="3979080"/>
            <a:ext cx="719640" cy="719640"/>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a:lstStyle/>
          <a:p>
            <a:endParaRPr lang="fr-FR"/>
          </a:p>
        </p:txBody>
      </p:sp>
      <p:sp>
        <p:nvSpPr>
          <p:cNvPr id="146" name="Triangle 10"/>
          <p:cNvSpPr/>
          <p:nvPr/>
        </p:nvSpPr>
        <p:spPr>
          <a:xfrm>
            <a:off x="6899040" y="3979080"/>
            <a:ext cx="835920" cy="719640"/>
          </a:xfrm>
          <a:prstGeom prst="triangle">
            <a:avLst>
              <a:gd name="adj" fmla="val 50000"/>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a:lstStyle/>
          <a:p>
            <a:endParaRPr lang="fr-FR"/>
          </a:p>
        </p:txBody>
      </p:sp>
      <p:sp>
        <p:nvSpPr>
          <p:cNvPr id="147" name="Rectangle 11"/>
          <p:cNvSpPr/>
          <p:nvPr/>
        </p:nvSpPr>
        <p:spPr>
          <a:xfrm>
            <a:off x="8180640" y="3979080"/>
            <a:ext cx="719640" cy="71964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p:style>
        <p:txBody>
          <a:bodyPr/>
          <a:lstStyle/>
          <a:p>
            <a:endParaRPr lang="fr-FR"/>
          </a:p>
        </p:txBody>
      </p:sp>
      <p:sp>
        <p:nvSpPr>
          <p:cNvPr id="148" name="ZoneTexte 13"/>
          <p:cNvSpPr/>
          <p:nvPr/>
        </p:nvSpPr>
        <p:spPr>
          <a:xfrm>
            <a:off x="860760" y="1747080"/>
            <a:ext cx="3559680" cy="638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buNone/>
            </a:pPr>
            <a:r>
              <a:rPr lang="fr-FR" sz="1800" b="1" strike="noStrike" spc="-1">
                <a:solidFill>
                  <a:srgbClr val="000000"/>
                </a:solidFill>
                <a:latin typeface="Calibri"/>
              </a:rPr>
              <a:t>Principe</a:t>
            </a:r>
            <a:br>
              <a:rPr sz="1800"/>
            </a:br>
            <a:r>
              <a:rPr lang="fr-FR" sz="1800" b="0" strike="noStrike" spc="-1">
                <a:solidFill>
                  <a:srgbClr val="000000"/>
                </a:solidFill>
                <a:latin typeface="Calibri"/>
              </a:rPr>
              <a:t>On veut insérer une pièce à gauche :</a:t>
            </a:r>
            <a:endParaRPr lang="fr-FR" sz="1800" b="0" strike="noStrike" spc="-1">
              <a:latin typeface="Arial"/>
            </a:endParaRPr>
          </a:p>
        </p:txBody>
      </p:sp>
      <p:sp>
        <p:nvSpPr>
          <p:cNvPr id="149" name="Triangle 14"/>
          <p:cNvSpPr/>
          <p:nvPr/>
        </p:nvSpPr>
        <p:spPr>
          <a:xfrm>
            <a:off x="1836000" y="2985120"/>
            <a:ext cx="835920" cy="719640"/>
          </a:xfrm>
          <a:prstGeom prst="triangle">
            <a:avLst>
              <a:gd name="adj" fmla="val 50000"/>
            </a:avLst>
          </a:prstGeom>
          <a:solidFill>
            <a:srgbClr val="4472C4"/>
          </a:solidFill>
          <a:ln>
            <a:noFill/>
          </a:ln>
        </p:spPr>
        <p:style>
          <a:lnRef idx="2">
            <a:schemeClr val="accent1">
              <a:shade val="15000"/>
            </a:schemeClr>
          </a:lnRef>
          <a:fillRef idx="1">
            <a:schemeClr val="accent1"/>
          </a:fillRef>
          <a:effectRef idx="0">
            <a:schemeClr val="accent1"/>
          </a:effectRef>
          <a:fontRef idx="minor"/>
        </p:style>
        <p:txBody>
          <a:bodyPr/>
          <a:lstStyle/>
          <a:p>
            <a:endParaRPr lang="fr-FR"/>
          </a:p>
        </p:txBody>
      </p:sp>
      <p:sp>
        <p:nvSpPr>
          <p:cNvPr id="150" name="Connecteur droit avec flèche 16"/>
          <p:cNvSpPr/>
          <p:nvPr/>
        </p:nvSpPr>
        <p:spPr>
          <a:xfrm flipV="1">
            <a:off x="4205160" y="4338360"/>
            <a:ext cx="447480" cy="4680"/>
          </a:xfrm>
          <a:custGeom>
            <a:avLst/>
            <a:gdLst/>
            <a:ahLst/>
            <a:cxnLst/>
            <a:rect l="l" t="t" r="r" b="b"/>
            <a:pathLst>
              <a:path w="21600" h="21600">
                <a:moveTo>
                  <a:pt x="0" y="0"/>
                </a:moveTo>
                <a:lnTo>
                  <a:pt x="21600" y="21600"/>
                </a:lnTo>
              </a:path>
            </a:pathLst>
          </a:custGeom>
          <a:noFill/>
          <a:ln w="38100">
            <a:solidFill>
              <a:srgbClr val="4472C4"/>
            </a:solidFill>
            <a:tailEnd type="triangle" w="med" len="med"/>
          </a:ln>
        </p:spPr>
        <p:style>
          <a:lnRef idx="1">
            <a:schemeClr val="accent1"/>
          </a:lnRef>
          <a:fillRef idx="0">
            <a:schemeClr val="accent1"/>
          </a:fillRef>
          <a:effectRef idx="0">
            <a:schemeClr val="accent1"/>
          </a:effectRef>
          <a:fontRef idx="minor"/>
        </p:style>
        <p:txBody>
          <a:bodyPr/>
          <a:lstStyle/>
          <a:p>
            <a:endParaRPr lang="fr-FR"/>
          </a:p>
        </p:txBody>
      </p:sp>
      <p:sp>
        <p:nvSpPr>
          <p:cNvPr id="151" name="Connecteur droit avec flèche 17"/>
          <p:cNvSpPr/>
          <p:nvPr/>
        </p:nvSpPr>
        <p:spPr>
          <a:xfrm flipV="1">
            <a:off x="5371920" y="4338360"/>
            <a:ext cx="447480" cy="4680"/>
          </a:xfrm>
          <a:custGeom>
            <a:avLst/>
            <a:gdLst/>
            <a:ahLst/>
            <a:cxnLst/>
            <a:rect l="l" t="t" r="r" b="b"/>
            <a:pathLst>
              <a:path w="21600" h="21600">
                <a:moveTo>
                  <a:pt x="0" y="0"/>
                </a:moveTo>
                <a:lnTo>
                  <a:pt x="21600" y="21600"/>
                </a:lnTo>
              </a:path>
            </a:pathLst>
          </a:custGeom>
          <a:noFill/>
          <a:ln w="38100">
            <a:solidFill>
              <a:srgbClr val="4472C4"/>
            </a:solidFill>
            <a:tailEnd type="triangle" w="med" len="med"/>
          </a:ln>
        </p:spPr>
        <p:style>
          <a:lnRef idx="1">
            <a:schemeClr val="accent1"/>
          </a:lnRef>
          <a:fillRef idx="0">
            <a:schemeClr val="accent1"/>
          </a:fillRef>
          <a:effectRef idx="0">
            <a:schemeClr val="accent1"/>
          </a:effectRef>
          <a:fontRef idx="minor"/>
        </p:style>
        <p:txBody>
          <a:bodyPr/>
          <a:lstStyle/>
          <a:p>
            <a:endParaRPr lang="fr-FR"/>
          </a:p>
        </p:txBody>
      </p:sp>
      <p:sp>
        <p:nvSpPr>
          <p:cNvPr id="152" name="Connecteur droit avec flèche 18"/>
          <p:cNvSpPr/>
          <p:nvPr/>
        </p:nvSpPr>
        <p:spPr>
          <a:xfrm>
            <a:off x="6538680" y="4334400"/>
            <a:ext cx="568800" cy="4680"/>
          </a:xfrm>
          <a:custGeom>
            <a:avLst/>
            <a:gdLst/>
            <a:ahLst/>
            <a:cxnLst/>
            <a:rect l="l" t="t" r="r" b="b"/>
            <a:pathLst>
              <a:path w="21600" h="21600">
                <a:moveTo>
                  <a:pt x="0" y="0"/>
                </a:moveTo>
                <a:lnTo>
                  <a:pt x="21600" y="21600"/>
                </a:lnTo>
              </a:path>
            </a:pathLst>
          </a:custGeom>
          <a:noFill/>
          <a:ln w="38100">
            <a:solidFill>
              <a:srgbClr val="4472C4"/>
            </a:solidFill>
            <a:tailEnd type="triangle" w="med" len="med"/>
          </a:ln>
        </p:spPr>
        <p:style>
          <a:lnRef idx="1">
            <a:schemeClr val="accent1"/>
          </a:lnRef>
          <a:fillRef idx="0">
            <a:schemeClr val="accent1"/>
          </a:fillRef>
          <a:effectRef idx="0">
            <a:schemeClr val="accent1"/>
          </a:effectRef>
          <a:fontRef idx="minor"/>
        </p:style>
        <p:txBody>
          <a:bodyPr/>
          <a:lstStyle/>
          <a:p>
            <a:endParaRPr lang="fr-FR"/>
          </a:p>
        </p:txBody>
      </p:sp>
      <p:sp>
        <p:nvSpPr>
          <p:cNvPr id="153" name="Connecteur droit avec flèche 19"/>
          <p:cNvSpPr/>
          <p:nvPr/>
        </p:nvSpPr>
        <p:spPr>
          <a:xfrm>
            <a:off x="7526160" y="4339080"/>
            <a:ext cx="655560" cy="360"/>
          </a:xfrm>
          <a:custGeom>
            <a:avLst/>
            <a:gdLst/>
            <a:ahLst/>
            <a:cxnLst/>
            <a:rect l="l" t="t" r="r" b="b"/>
            <a:pathLst>
              <a:path w="21600" h="21600">
                <a:moveTo>
                  <a:pt x="0" y="0"/>
                </a:moveTo>
                <a:lnTo>
                  <a:pt x="21600" y="21600"/>
                </a:lnTo>
              </a:path>
            </a:pathLst>
          </a:custGeom>
          <a:noFill/>
          <a:ln w="38100">
            <a:solidFill>
              <a:srgbClr val="4472C4"/>
            </a:solidFill>
            <a:tailEnd type="triangle" w="med" len="med"/>
          </a:ln>
        </p:spPr>
        <p:style>
          <a:lnRef idx="1">
            <a:schemeClr val="accent1"/>
          </a:lnRef>
          <a:fillRef idx="0">
            <a:schemeClr val="accent1"/>
          </a:fillRef>
          <a:effectRef idx="0">
            <a:schemeClr val="accent1"/>
          </a:effectRef>
          <a:fontRef idx="minor"/>
        </p:style>
        <p:txBody>
          <a:bodyPr/>
          <a:lstStyle/>
          <a:p>
            <a:endParaRPr lang="fr-FR"/>
          </a:p>
        </p:txBody>
      </p:sp>
      <p:sp>
        <p:nvSpPr>
          <p:cNvPr id="154" name="Connecteur en arc 24"/>
          <p:cNvSpPr/>
          <p:nvPr/>
        </p:nvSpPr>
        <p:spPr>
          <a:xfrm rot="16200000" flipH="1" flipV="1">
            <a:off x="6189840" y="1633320"/>
            <a:ext cx="4680" cy="4695480"/>
          </a:xfrm>
          <a:prstGeom prst="curvedConnector3">
            <a:avLst>
              <a:gd name="adj1" fmla="val -20471252"/>
            </a:avLst>
          </a:prstGeom>
          <a:noFill/>
          <a:ln w="38100">
            <a:solidFill>
              <a:srgbClr val="4472C4"/>
            </a:solidFill>
            <a:tailEnd type="triangle" w="med" len="med"/>
          </a:ln>
        </p:spPr>
        <p:style>
          <a:lnRef idx="1">
            <a:schemeClr val="accent1"/>
          </a:lnRef>
          <a:fillRef idx="0">
            <a:schemeClr val="accent1"/>
          </a:fillRef>
          <a:effectRef idx="0">
            <a:schemeClr val="accent1"/>
          </a:effectRef>
          <a:fontRef idx="minor"/>
        </p:style>
        <p:txBody>
          <a:bodyPr/>
          <a:lstStyle/>
          <a:p>
            <a:endParaRPr lang="fr-FR"/>
          </a:p>
        </p:txBody>
      </p:sp>
      <p:sp>
        <p:nvSpPr>
          <p:cNvPr id="155" name="Connecteur en arc 36"/>
          <p:cNvSpPr/>
          <p:nvPr/>
        </p:nvSpPr>
        <p:spPr>
          <a:xfrm rot="5400000" flipH="1" flipV="1">
            <a:off x="4426200" y="3396960"/>
            <a:ext cx="4680" cy="1167480"/>
          </a:xfrm>
          <a:prstGeom prst="curvedConnector3">
            <a:avLst>
              <a:gd name="adj1" fmla="val 4800802"/>
            </a:avLst>
          </a:prstGeom>
          <a:noFill/>
          <a:ln w="28575">
            <a:solidFill>
              <a:srgbClr val="ED7D31"/>
            </a:solidFill>
            <a:headEnd type="triangle" w="med" len="med"/>
            <a:tailEnd type="triangle" w="med" len="med"/>
          </a:ln>
        </p:spPr>
        <p:style>
          <a:lnRef idx="3">
            <a:schemeClr val="accent2"/>
          </a:lnRef>
          <a:fillRef idx="0">
            <a:schemeClr val="accent2"/>
          </a:fillRef>
          <a:effectRef idx="2">
            <a:schemeClr val="accent2"/>
          </a:effectRef>
          <a:fontRef idx="minor"/>
        </p:style>
        <p:txBody>
          <a:bodyPr/>
          <a:lstStyle/>
          <a:p>
            <a:endParaRPr lang="fr-FR"/>
          </a:p>
        </p:txBody>
      </p:sp>
      <p:sp>
        <p:nvSpPr>
          <p:cNvPr id="156" name="Connecteur en arc 38"/>
          <p:cNvSpPr/>
          <p:nvPr/>
        </p:nvSpPr>
        <p:spPr>
          <a:xfrm rot="5400000" flipH="1" flipV="1">
            <a:off x="6777360" y="2215440"/>
            <a:ext cx="12240" cy="3527280"/>
          </a:xfrm>
          <a:prstGeom prst="curvedConnector3">
            <a:avLst>
              <a:gd name="adj1" fmla="val 1800000"/>
            </a:avLst>
          </a:prstGeom>
          <a:noFill/>
          <a:ln w="28575">
            <a:solidFill>
              <a:srgbClr val="ED7D31"/>
            </a:solidFill>
            <a:headEnd type="triangle" w="med" len="med"/>
            <a:tailEnd type="triangle" w="med" len="med"/>
          </a:ln>
        </p:spPr>
        <p:style>
          <a:lnRef idx="3">
            <a:schemeClr val="accent2"/>
          </a:lnRef>
          <a:fillRef idx="0">
            <a:schemeClr val="accent2"/>
          </a:fillRef>
          <a:effectRef idx="2">
            <a:schemeClr val="accent2"/>
          </a:effectRef>
          <a:fontRef idx="minor"/>
        </p:style>
        <p:txBody>
          <a:bodyPr/>
          <a:lstStyle/>
          <a:p>
            <a:endParaRPr lang="fr-FR"/>
          </a:p>
        </p:txBody>
      </p:sp>
      <p:sp>
        <p:nvSpPr>
          <p:cNvPr id="157" name="Connecteur en arc 40"/>
          <p:cNvSpPr/>
          <p:nvPr/>
        </p:nvSpPr>
        <p:spPr>
          <a:xfrm rot="5400000" flipH="1" flipV="1">
            <a:off x="6189840" y="1632960"/>
            <a:ext cx="4680" cy="4695480"/>
          </a:xfrm>
          <a:prstGeom prst="curvedConnector3">
            <a:avLst>
              <a:gd name="adj1" fmla="val 12113161"/>
            </a:avLst>
          </a:prstGeom>
          <a:noFill/>
          <a:ln w="28575">
            <a:solidFill>
              <a:srgbClr val="ED7D31"/>
            </a:solidFill>
            <a:headEnd type="triangle" w="med" len="med"/>
            <a:tailEnd type="triangle" w="med" len="med"/>
          </a:ln>
        </p:spPr>
        <p:style>
          <a:lnRef idx="3">
            <a:schemeClr val="accent2"/>
          </a:lnRef>
          <a:fillRef idx="0">
            <a:schemeClr val="accent2"/>
          </a:fillRef>
          <a:effectRef idx="2">
            <a:schemeClr val="accent2"/>
          </a:effectRef>
          <a:fontRef idx="minor"/>
        </p:style>
        <p:txBody>
          <a:bodyPr/>
          <a:lstStyle/>
          <a:p>
            <a:endParaRPr lang="fr-FR"/>
          </a:p>
        </p:txBody>
      </p:sp>
      <p:sp>
        <p:nvSpPr>
          <p:cNvPr id="158" name="Connecteur en arc 43"/>
          <p:cNvSpPr/>
          <p:nvPr/>
        </p:nvSpPr>
        <p:spPr>
          <a:xfrm rot="16200000" flipV="1">
            <a:off x="6181200" y="3830040"/>
            <a:ext cx="12240" cy="508680"/>
          </a:xfrm>
          <a:prstGeom prst="curvedConnector3">
            <a:avLst>
              <a:gd name="adj1" fmla="val 1990252"/>
            </a:avLst>
          </a:prstGeom>
          <a:noFill/>
          <a:ln w="28575">
            <a:solidFill>
              <a:srgbClr val="ED7D31"/>
            </a:solidFill>
            <a:headEnd type="triangle" w="med" len="med"/>
            <a:tailEnd type="triangle" w="med" len="med"/>
          </a:ln>
        </p:spPr>
        <p:style>
          <a:lnRef idx="1">
            <a:schemeClr val="accent2"/>
          </a:lnRef>
          <a:fillRef idx="0">
            <a:schemeClr val="accent2"/>
          </a:fillRef>
          <a:effectRef idx="0">
            <a:schemeClr val="accent2"/>
          </a:effectRef>
          <a:fontRef idx="minor"/>
        </p:style>
        <p:txBody>
          <a:bodyPr/>
          <a:lstStyle/>
          <a:p>
            <a:endParaRPr lang="fr-FR"/>
          </a:p>
        </p:txBody>
      </p:sp>
      <p:sp>
        <p:nvSpPr>
          <p:cNvPr id="159" name="Connecteur en arc 49"/>
          <p:cNvSpPr/>
          <p:nvPr/>
        </p:nvSpPr>
        <p:spPr>
          <a:xfrm rot="10800000" flipH="1">
            <a:off x="7107480" y="4339800"/>
            <a:ext cx="417960" cy="12240"/>
          </a:xfrm>
          <a:prstGeom prst="curvedConnector5">
            <a:avLst>
              <a:gd name="adj1" fmla="val -49808"/>
              <a:gd name="adj2" fmla="val 3354646"/>
              <a:gd name="adj3" fmla="val 144949"/>
            </a:avLst>
          </a:prstGeom>
          <a:noFill/>
          <a:ln w="28575">
            <a:solidFill>
              <a:srgbClr val="ED7D31"/>
            </a:solidFill>
            <a:headEnd type="triangle" w="med" len="med"/>
            <a:tailEnd type="triangle" w="med" len="med"/>
          </a:ln>
        </p:spPr>
        <p:style>
          <a:lnRef idx="1">
            <a:schemeClr val="accent2"/>
          </a:lnRef>
          <a:fillRef idx="0">
            <a:schemeClr val="accent2"/>
          </a:fillRef>
          <a:effectRef idx="0">
            <a:schemeClr val="accent2"/>
          </a:effectRef>
          <a:fontRef idx="minor"/>
        </p:style>
        <p:txBody>
          <a:bodyPr/>
          <a:lstStyle/>
          <a:p>
            <a:endParaRPr lang="fr-FR"/>
          </a:p>
        </p:txBody>
      </p:sp>
      <p:sp>
        <p:nvSpPr>
          <p:cNvPr id="160" name="Connecteur en arc 56"/>
          <p:cNvSpPr/>
          <p:nvPr/>
        </p:nvSpPr>
        <p:spPr>
          <a:xfrm rot="16200000" flipH="1">
            <a:off x="6777360" y="2935440"/>
            <a:ext cx="12240" cy="3527280"/>
          </a:xfrm>
          <a:prstGeom prst="curvedConnector3">
            <a:avLst>
              <a:gd name="adj1" fmla="val 5800016"/>
            </a:avLst>
          </a:prstGeom>
          <a:noFill/>
          <a:ln w="28575">
            <a:solidFill>
              <a:srgbClr val="000000"/>
            </a:solidFill>
            <a:headEnd type="triangle" w="med" len="med"/>
            <a:tailEnd type="triangle" w="med" len="med"/>
          </a:ln>
        </p:spPr>
        <p:style>
          <a:lnRef idx="1">
            <a:schemeClr val="dk1"/>
          </a:lnRef>
          <a:fillRef idx="0">
            <a:schemeClr val="dk1"/>
          </a:fillRef>
          <a:effectRef idx="0">
            <a:schemeClr val="dk1"/>
          </a:effectRef>
          <a:fontRef idx="minor"/>
        </p:style>
        <p:txBody>
          <a:bodyPr/>
          <a:lstStyle/>
          <a:p>
            <a:endParaRPr lang="fr-FR"/>
          </a:p>
        </p:txBody>
      </p:sp>
      <p:sp>
        <p:nvSpPr>
          <p:cNvPr id="161" name="Connecteur en arc 58"/>
          <p:cNvSpPr/>
          <p:nvPr/>
        </p:nvSpPr>
        <p:spPr>
          <a:xfrm rot="5400000">
            <a:off x="6777360" y="2935080"/>
            <a:ext cx="12240" cy="3527280"/>
          </a:xfrm>
          <a:prstGeom prst="curvedConnector3">
            <a:avLst>
              <a:gd name="adj1" fmla="val 8440000"/>
            </a:avLst>
          </a:prstGeom>
          <a:noFill/>
          <a:ln w="28575">
            <a:solidFill>
              <a:srgbClr val="000000"/>
            </a:solidFill>
            <a:headEnd type="triangle" w="med" len="med"/>
            <a:tailEnd type="triangle" w="med" len="med"/>
          </a:ln>
        </p:spPr>
        <p:style>
          <a:lnRef idx="1">
            <a:schemeClr val="dk1"/>
          </a:lnRef>
          <a:fillRef idx="0">
            <a:schemeClr val="dk1"/>
          </a:fillRef>
          <a:effectRef idx="0">
            <a:schemeClr val="dk1"/>
          </a:effectRef>
          <a:fontRef idx="minor"/>
        </p:style>
        <p:txBody>
          <a:bodyPr/>
          <a:lstStyle/>
          <a:p>
            <a:endParaRPr lang="fr-FR"/>
          </a:p>
        </p:txBody>
      </p:sp>
      <p:sp>
        <p:nvSpPr>
          <p:cNvPr id="162" name="Connecteur en arc 63"/>
          <p:cNvSpPr/>
          <p:nvPr/>
        </p:nvSpPr>
        <p:spPr>
          <a:xfrm rot="16200000" flipH="1">
            <a:off x="6749640" y="4131360"/>
            <a:ext cx="12240" cy="1135440"/>
          </a:xfrm>
          <a:prstGeom prst="curvedConnector3">
            <a:avLst>
              <a:gd name="adj1" fmla="val 1320000"/>
            </a:avLst>
          </a:prstGeom>
          <a:noFill/>
          <a:ln w="28575">
            <a:solidFill>
              <a:srgbClr val="000000"/>
            </a:solidFill>
            <a:headEnd type="triangle" w="med" len="med"/>
            <a:tailEnd type="triangle" w="med" len="med"/>
          </a:ln>
        </p:spPr>
        <p:style>
          <a:lnRef idx="1">
            <a:schemeClr val="dk1"/>
          </a:lnRef>
          <a:fillRef idx="0">
            <a:schemeClr val="dk1"/>
          </a:fillRef>
          <a:effectRef idx="0">
            <a:schemeClr val="dk1"/>
          </a:effectRef>
          <a:fontRef idx="minor"/>
        </p:style>
        <p:txBody>
          <a:bodyPr/>
          <a:lstStyle/>
          <a:p>
            <a:endParaRPr lang="fr-FR"/>
          </a:p>
        </p:txBody>
      </p:sp>
      <p:sp>
        <p:nvSpPr>
          <p:cNvPr id="163" name="Connecteur en arc 66"/>
          <p:cNvSpPr/>
          <p:nvPr/>
        </p:nvSpPr>
        <p:spPr>
          <a:xfrm rot="16200000" flipH="1">
            <a:off x="6749640" y="4131360"/>
            <a:ext cx="12240" cy="1135440"/>
          </a:xfrm>
          <a:prstGeom prst="curvedConnector3">
            <a:avLst>
              <a:gd name="adj1" fmla="val 3080016"/>
            </a:avLst>
          </a:prstGeom>
          <a:noFill/>
          <a:ln w="28575">
            <a:solidFill>
              <a:srgbClr val="000000"/>
            </a:solidFill>
            <a:headEnd type="triangle" w="med" len="med"/>
            <a:tailEnd type="triangle" w="med" len="med"/>
          </a:ln>
        </p:spPr>
        <p:style>
          <a:lnRef idx="1">
            <a:schemeClr val="dk1"/>
          </a:lnRef>
          <a:fillRef idx="0">
            <a:schemeClr val="dk1"/>
          </a:fillRef>
          <a:effectRef idx="0">
            <a:schemeClr val="dk1"/>
          </a:effectRef>
          <a:fontRef idx="minor"/>
        </p:style>
        <p:txBody>
          <a:bodyPr/>
          <a:lstStyle/>
          <a:p>
            <a:endParaRPr lang="fr-FR"/>
          </a:p>
        </p:txBody>
      </p:sp>
      <p:sp>
        <p:nvSpPr>
          <p:cNvPr id="164" name="Connecteur en arc 75"/>
          <p:cNvSpPr/>
          <p:nvPr/>
        </p:nvSpPr>
        <p:spPr>
          <a:xfrm rot="16200000" flipV="1">
            <a:off x="3839040" y="4431600"/>
            <a:ext cx="12240" cy="508680"/>
          </a:xfrm>
          <a:prstGeom prst="curvedConnector3">
            <a:avLst>
              <a:gd name="adj1" fmla="val -1282480"/>
            </a:avLst>
          </a:prstGeom>
          <a:noFill/>
          <a:ln w="28575">
            <a:solidFill>
              <a:srgbClr val="000000"/>
            </a:solidFill>
            <a:headEnd type="triangle" w="med" len="med"/>
            <a:tailEnd type="triangle" w="med" len="med"/>
          </a:ln>
        </p:spPr>
        <p:style>
          <a:lnRef idx="1">
            <a:schemeClr val="dk1"/>
          </a:lnRef>
          <a:fillRef idx="0">
            <a:schemeClr val="dk1"/>
          </a:fillRef>
          <a:effectRef idx="0">
            <a:schemeClr val="dk1"/>
          </a:effectRef>
          <a:fontRef idx="minor"/>
        </p:style>
        <p:txBody>
          <a:bodyPr/>
          <a:lstStyle/>
          <a:p>
            <a:endParaRPr lang="fr-FR"/>
          </a:p>
        </p:txBody>
      </p:sp>
      <p:sp>
        <p:nvSpPr>
          <p:cNvPr id="165" name="Connecteur droit avec flèche 81"/>
          <p:cNvSpPr/>
          <p:nvPr/>
        </p:nvSpPr>
        <p:spPr>
          <a:xfrm flipV="1">
            <a:off x="3845160" y="5680440"/>
            <a:ext cx="360" cy="263880"/>
          </a:xfrm>
          <a:custGeom>
            <a:avLst/>
            <a:gdLst/>
            <a:ahLst/>
            <a:cxnLst/>
            <a:rect l="l" t="t" r="r" b="b"/>
            <a:pathLst>
              <a:path w="21600" h="21600">
                <a:moveTo>
                  <a:pt x="0" y="0"/>
                </a:moveTo>
                <a:lnTo>
                  <a:pt x="21600" y="21600"/>
                </a:lnTo>
              </a:path>
            </a:pathLst>
          </a:custGeom>
          <a:noFill/>
          <a:ln>
            <a:solidFill>
              <a:srgbClr val="4472C4"/>
            </a:solidFill>
            <a:tailEnd type="triangle" w="med" len="med"/>
          </a:ln>
        </p:spPr>
        <p:style>
          <a:lnRef idx="1">
            <a:schemeClr val="accent1"/>
          </a:lnRef>
          <a:fillRef idx="0">
            <a:schemeClr val="accent1"/>
          </a:fillRef>
          <a:effectRef idx="0">
            <a:schemeClr val="accent1"/>
          </a:effectRef>
          <a:fontRef idx="minor"/>
        </p:style>
        <p:txBody>
          <a:bodyPr/>
          <a:lstStyle/>
          <a:p>
            <a:endParaRPr lang="fr-FR"/>
          </a:p>
        </p:txBody>
      </p:sp>
      <p:sp>
        <p:nvSpPr>
          <p:cNvPr id="166" name="Connecteur droit avec flèche 82"/>
          <p:cNvSpPr/>
          <p:nvPr/>
        </p:nvSpPr>
        <p:spPr>
          <a:xfrm flipV="1">
            <a:off x="8548920" y="5680440"/>
            <a:ext cx="360" cy="263880"/>
          </a:xfrm>
          <a:custGeom>
            <a:avLst/>
            <a:gdLst/>
            <a:ahLst/>
            <a:cxnLst/>
            <a:rect l="l" t="t" r="r" b="b"/>
            <a:pathLst>
              <a:path w="21600" h="21600">
                <a:moveTo>
                  <a:pt x="0" y="0"/>
                </a:moveTo>
                <a:lnTo>
                  <a:pt x="21600" y="21600"/>
                </a:lnTo>
              </a:path>
            </a:pathLst>
          </a:custGeom>
          <a:noFill/>
          <a:ln>
            <a:solidFill>
              <a:srgbClr val="4472C4"/>
            </a:solidFill>
            <a:tailEnd type="triangle" w="med" len="med"/>
          </a:ln>
        </p:spPr>
        <p:style>
          <a:lnRef idx="1">
            <a:schemeClr val="accent1"/>
          </a:lnRef>
          <a:fillRef idx="0">
            <a:schemeClr val="accent1"/>
          </a:fillRef>
          <a:effectRef idx="0">
            <a:schemeClr val="accent1"/>
          </a:effectRef>
          <a:fontRef idx="minor"/>
        </p:style>
        <p:txBody>
          <a:bodyPr/>
          <a:lstStyle/>
          <a:p>
            <a:endParaRPr lang="fr-FR"/>
          </a:p>
        </p:txBody>
      </p:sp>
      <p:sp>
        <p:nvSpPr>
          <p:cNvPr id="167" name="ZoneTexte 86"/>
          <p:cNvSpPr/>
          <p:nvPr/>
        </p:nvSpPr>
        <p:spPr>
          <a:xfrm>
            <a:off x="3530880" y="5930280"/>
            <a:ext cx="633600" cy="2570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buNone/>
            </a:pPr>
            <a:r>
              <a:rPr lang="fr-FR" sz="1100" b="0" strike="noStrike" spc="-1">
                <a:solidFill>
                  <a:srgbClr val="000000"/>
                </a:solidFill>
                <a:latin typeface="Calibri"/>
              </a:rPr>
              <a:t>premier</a:t>
            </a:r>
            <a:endParaRPr lang="fr-FR" sz="1100" b="0" strike="noStrike" spc="-1">
              <a:latin typeface="Arial"/>
            </a:endParaRPr>
          </a:p>
        </p:txBody>
      </p:sp>
      <p:sp>
        <p:nvSpPr>
          <p:cNvPr id="168" name="ZoneTexte 87"/>
          <p:cNvSpPr/>
          <p:nvPr/>
        </p:nvSpPr>
        <p:spPr>
          <a:xfrm>
            <a:off x="8242200" y="5945400"/>
            <a:ext cx="597240" cy="2570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buNone/>
            </a:pPr>
            <a:r>
              <a:rPr lang="fr-FR" sz="1100" b="0" strike="noStrike" spc="-1">
                <a:solidFill>
                  <a:srgbClr val="000000"/>
                </a:solidFill>
                <a:latin typeface="Calibri"/>
              </a:rPr>
              <a:t>dernier</a:t>
            </a:r>
            <a:endParaRPr lang="fr-FR" sz="1100" b="0" strike="noStrike" spc="-1">
              <a:latin typeface="Arial"/>
            </a:endParaRPr>
          </a:p>
        </p:txBody>
      </p:sp>
    </p:spTree>
  </p:cSld>
  <p:clrMapOvr>
    <a:masterClrMapping/>
  </p:clrMapOvr>
  <p:timing>
    <p:tnLst>
      <p:par>
        <p:cTn id="1" dur="indefinite" restart="never" nodeType="tmRoot">
          <p:childTnLst>
            <p:seq>
              <p:cTn id="2" dur="indefinite" nodeType="mainSeq">
                <p:childTnLst>
                  <p:par>
                    <p:cTn id="3" fill="hold">
                      <p:stCondLst>
                        <p:cond delay="0"/>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50"/>
                                        </p:tgtEl>
                                        <p:attrNameLst>
                                          <p:attrName>style.visibility</p:attrName>
                                        </p:attrNameLst>
                                      </p:cBhvr>
                                      <p:to>
                                        <p:strVal val="visible"/>
                                      </p:to>
                                    </p:set>
                                    <p:animEffect transition="in" filter="wipe(left)">
                                      <p:cBhvr additive="repl">
                                        <p:cTn id="7" dur="1000"/>
                                        <p:tgtEl>
                                          <p:spTgt spid="150"/>
                                        </p:tgtEl>
                                      </p:cBhvr>
                                    </p:animEffect>
                                  </p:childTnLst>
                                </p:cTn>
                              </p:par>
                              <p:par>
                                <p:cTn id="8" presetID="22" presetClass="entr" presetSubtype="8" fill="hold" nodeType="withEffect">
                                  <p:stCondLst>
                                    <p:cond delay="500"/>
                                  </p:stCondLst>
                                  <p:childTnLst>
                                    <p:set>
                                      <p:cBhvr>
                                        <p:cTn id="9" dur="1" fill="hold">
                                          <p:stCondLst>
                                            <p:cond delay="0"/>
                                          </p:stCondLst>
                                        </p:cTn>
                                        <p:tgtEl>
                                          <p:spTgt spid="151"/>
                                        </p:tgtEl>
                                        <p:attrNameLst>
                                          <p:attrName>style.visibility</p:attrName>
                                        </p:attrNameLst>
                                      </p:cBhvr>
                                      <p:to>
                                        <p:strVal val="visible"/>
                                      </p:to>
                                    </p:set>
                                    <p:animEffect transition="in" filter="wipe(left)">
                                      <p:cBhvr additive="repl">
                                        <p:cTn id="10" dur="1000"/>
                                        <p:tgtEl>
                                          <p:spTgt spid="151"/>
                                        </p:tgtEl>
                                      </p:cBhvr>
                                    </p:animEffect>
                                  </p:childTnLst>
                                </p:cTn>
                              </p:par>
                              <p:par>
                                <p:cTn id="11" presetID="22" presetClass="entr" presetSubtype="8" fill="hold" nodeType="withEffect">
                                  <p:stCondLst>
                                    <p:cond delay="1000"/>
                                  </p:stCondLst>
                                  <p:childTnLst>
                                    <p:set>
                                      <p:cBhvr>
                                        <p:cTn id="12" dur="1" fill="hold">
                                          <p:stCondLst>
                                            <p:cond delay="0"/>
                                          </p:stCondLst>
                                        </p:cTn>
                                        <p:tgtEl>
                                          <p:spTgt spid="152"/>
                                        </p:tgtEl>
                                        <p:attrNameLst>
                                          <p:attrName>style.visibility</p:attrName>
                                        </p:attrNameLst>
                                      </p:cBhvr>
                                      <p:to>
                                        <p:strVal val="visible"/>
                                      </p:to>
                                    </p:set>
                                    <p:animEffect transition="in" filter="wipe(left)">
                                      <p:cBhvr additive="repl">
                                        <p:cTn id="13" dur="1000"/>
                                        <p:tgtEl>
                                          <p:spTgt spid="152"/>
                                        </p:tgtEl>
                                      </p:cBhvr>
                                    </p:animEffect>
                                  </p:childTnLst>
                                </p:cTn>
                              </p:par>
                              <p:par>
                                <p:cTn id="14" presetID="22" presetClass="entr" presetSubtype="8" fill="hold" nodeType="withEffect">
                                  <p:stCondLst>
                                    <p:cond delay="1500"/>
                                  </p:stCondLst>
                                  <p:childTnLst>
                                    <p:set>
                                      <p:cBhvr>
                                        <p:cTn id="15" dur="1" fill="hold">
                                          <p:stCondLst>
                                            <p:cond delay="0"/>
                                          </p:stCondLst>
                                        </p:cTn>
                                        <p:tgtEl>
                                          <p:spTgt spid="153"/>
                                        </p:tgtEl>
                                        <p:attrNameLst>
                                          <p:attrName>style.visibility</p:attrName>
                                        </p:attrNameLst>
                                      </p:cBhvr>
                                      <p:to>
                                        <p:strVal val="visible"/>
                                      </p:to>
                                    </p:set>
                                    <p:animEffect transition="in" filter="wipe(left)">
                                      <p:cBhvr additive="repl">
                                        <p:cTn id="16" dur="1000"/>
                                        <p:tgtEl>
                                          <p:spTgt spid="153"/>
                                        </p:tgtEl>
                                      </p:cBhvr>
                                    </p:animEffect>
                                  </p:childTnLst>
                                </p:cTn>
                              </p:par>
                              <p:par>
                                <p:cTn id="17" presetID="22" presetClass="entr" presetSubtype="2" fill="hold" nodeType="withEffect">
                                  <p:stCondLst>
                                    <p:cond delay="2000"/>
                                  </p:stCondLst>
                                  <p:childTnLst>
                                    <p:set>
                                      <p:cBhvr>
                                        <p:cTn id="18" dur="1" fill="hold">
                                          <p:stCondLst>
                                            <p:cond delay="0"/>
                                          </p:stCondLst>
                                        </p:cTn>
                                        <p:tgtEl>
                                          <p:spTgt spid="154"/>
                                        </p:tgtEl>
                                        <p:attrNameLst>
                                          <p:attrName>style.visibility</p:attrName>
                                        </p:attrNameLst>
                                      </p:cBhvr>
                                      <p:to>
                                        <p:strVal val="visible"/>
                                      </p:to>
                                    </p:set>
                                    <p:animEffect transition="in" filter="wipe(right)">
                                      <p:cBhvr additive="repl">
                                        <p:cTn id="19" dur="1000"/>
                                        <p:tgtEl>
                                          <p:spTgt spid="154"/>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fill="hold" nodeType="clickEffect">
                                  <p:stCondLst>
                                    <p:cond delay="0"/>
                                  </p:stCondLst>
                                  <p:childTnLst>
                                    <p:set>
                                      <p:cBhvr>
                                        <p:cTn id="23" dur="1" fill="hold">
                                          <p:stCondLst>
                                            <p:cond delay="0"/>
                                          </p:stCondLst>
                                        </p:cTn>
                                        <p:tgtEl>
                                          <p:spTgt spid="155"/>
                                        </p:tgtEl>
                                        <p:attrNameLst>
                                          <p:attrName>style.visibility</p:attrName>
                                        </p:attrNameLst>
                                      </p:cBhvr>
                                      <p:to>
                                        <p:strVal val="visible"/>
                                      </p:to>
                                    </p:set>
                                    <p:animEffect transition="in" filter="fade">
                                      <p:cBhvr additive="repl">
                                        <p:cTn id="24" dur="500"/>
                                        <p:tgtEl>
                                          <p:spTgt spid="155"/>
                                        </p:tgtEl>
                                      </p:cBhvr>
                                    </p:animEffect>
                                  </p:childTnLst>
                                </p:cTn>
                              </p:par>
                              <p:par>
                                <p:cTn id="25" presetID="10" presetClass="entr" fill="hold" nodeType="withEffect">
                                  <p:stCondLst>
                                    <p:cond delay="0"/>
                                  </p:stCondLst>
                                  <p:childTnLst>
                                    <p:set>
                                      <p:cBhvr>
                                        <p:cTn id="26" dur="1" fill="hold">
                                          <p:stCondLst>
                                            <p:cond delay="0"/>
                                          </p:stCondLst>
                                        </p:cTn>
                                        <p:tgtEl>
                                          <p:spTgt spid="158"/>
                                        </p:tgtEl>
                                        <p:attrNameLst>
                                          <p:attrName>style.visibility</p:attrName>
                                        </p:attrNameLst>
                                      </p:cBhvr>
                                      <p:to>
                                        <p:strVal val="visible"/>
                                      </p:to>
                                    </p:set>
                                    <p:animEffect transition="in" filter="fade">
                                      <p:cBhvr additive="repl">
                                        <p:cTn id="27" dur="500"/>
                                        <p:tgtEl>
                                          <p:spTgt spid="158"/>
                                        </p:tgtEl>
                                      </p:cBhvr>
                                    </p:animEffect>
                                  </p:childTnLst>
                                </p:cTn>
                              </p:par>
                              <p:par>
                                <p:cTn id="28" presetID="10" presetClass="entr" fill="hold" nodeType="withEffect">
                                  <p:stCondLst>
                                    <p:cond delay="0"/>
                                  </p:stCondLst>
                                  <p:childTnLst>
                                    <p:set>
                                      <p:cBhvr>
                                        <p:cTn id="29" dur="1" fill="hold">
                                          <p:stCondLst>
                                            <p:cond delay="0"/>
                                          </p:stCondLst>
                                        </p:cTn>
                                        <p:tgtEl>
                                          <p:spTgt spid="159"/>
                                        </p:tgtEl>
                                        <p:attrNameLst>
                                          <p:attrName>style.visibility</p:attrName>
                                        </p:attrNameLst>
                                      </p:cBhvr>
                                      <p:to>
                                        <p:strVal val="visible"/>
                                      </p:to>
                                    </p:set>
                                    <p:animEffect transition="in" filter="fade">
                                      <p:cBhvr additive="repl">
                                        <p:cTn id="30" dur="500"/>
                                        <p:tgtEl>
                                          <p:spTgt spid="159"/>
                                        </p:tgtEl>
                                      </p:cBhvr>
                                    </p:animEffect>
                                  </p:childTnLst>
                                </p:cTn>
                              </p:par>
                              <p:par>
                                <p:cTn id="31" presetID="10" presetClass="entr" fill="hold" nodeType="withEffect">
                                  <p:stCondLst>
                                    <p:cond delay="500"/>
                                  </p:stCondLst>
                                  <p:childTnLst>
                                    <p:set>
                                      <p:cBhvr>
                                        <p:cTn id="32" dur="1" fill="hold">
                                          <p:stCondLst>
                                            <p:cond delay="0"/>
                                          </p:stCondLst>
                                        </p:cTn>
                                        <p:tgtEl>
                                          <p:spTgt spid="156"/>
                                        </p:tgtEl>
                                        <p:attrNameLst>
                                          <p:attrName>style.visibility</p:attrName>
                                        </p:attrNameLst>
                                      </p:cBhvr>
                                      <p:to>
                                        <p:strVal val="visible"/>
                                      </p:to>
                                    </p:set>
                                    <p:animEffect transition="in" filter="fade">
                                      <p:cBhvr additive="repl">
                                        <p:cTn id="33" dur="500"/>
                                        <p:tgtEl>
                                          <p:spTgt spid="156"/>
                                        </p:tgtEl>
                                      </p:cBhvr>
                                    </p:animEffect>
                                  </p:childTnLst>
                                </p:cTn>
                              </p:par>
                              <p:par>
                                <p:cTn id="34" presetID="10" presetClass="entr" fill="hold" nodeType="withEffect">
                                  <p:stCondLst>
                                    <p:cond delay="1000"/>
                                  </p:stCondLst>
                                  <p:childTnLst>
                                    <p:set>
                                      <p:cBhvr>
                                        <p:cTn id="35" dur="1" fill="hold">
                                          <p:stCondLst>
                                            <p:cond delay="0"/>
                                          </p:stCondLst>
                                        </p:cTn>
                                        <p:tgtEl>
                                          <p:spTgt spid="157"/>
                                        </p:tgtEl>
                                        <p:attrNameLst>
                                          <p:attrName>style.visibility</p:attrName>
                                        </p:attrNameLst>
                                      </p:cBhvr>
                                      <p:to>
                                        <p:strVal val="visible"/>
                                      </p:to>
                                    </p:set>
                                    <p:animEffect transition="in" filter="fade">
                                      <p:cBhvr additive="repl">
                                        <p:cTn id="36" dur="500"/>
                                        <p:tgtEl>
                                          <p:spTgt spid="157"/>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fill="hold" nodeType="clickEffect">
                                  <p:stCondLst>
                                    <p:cond delay="0"/>
                                  </p:stCondLst>
                                  <p:childTnLst>
                                    <p:set>
                                      <p:cBhvr>
                                        <p:cTn id="40" dur="1" fill="hold">
                                          <p:stCondLst>
                                            <p:cond delay="0"/>
                                          </p:stCondLst>
                                        </p:cTn>
                                        <p:tgtEl>
                                          <p:spTgt spid="162"/>
                                        </p:tgtEl>
                                        <p:attrNameLst>
                                          <p:attrName>style.visibility</p:attrName>
                                        </p:attrNameLst>
                                      </p:cBhvr>
                                      <p:to>
                                        <p:strVal val="visible"/>
                                      </p:to>
                                    </p:set>
                                    <p:animEffect transition="in" filter="fade">
                                      <p:cBhvr additive="repl">
                                        <p:cTn id="41" dur="500"/>
                                        <p:tgtEl>
                                          <p:spTgt spid="162"/>
                                        </p:tgtEl>
                                      </p:cBhvr>
                                    </p:animEffect>
                                  </p:childTnLst>
                                </p:cTn>
                              </p:par>
                              <p:par>
                                <p:cTn id="42" presetID="10" presetClass="entr" fill="hold" nodeType="withEffect">
                                  <p:stCondLst>
                                    <p:cond delay="0"/>
                                  </p:stCondLst>
                                  <p:childTnLst>
                                    <p:set>
                                      <p:cBhvr>
                                        <p:cTn id="43" dur="1" fill="hold">
                                          <p:stCondLst>
                                            <p:cond delay="0"/>
                                          </p:stCondLst>
                                        </p:cTn>
                                        <p:tgtEl>
                                          <p:spTgt spid="164"/>
                                        </p:tgtEl>
                                        <p:attrNameLst>
                                          <p:attrName>style.visibility</p:attrName>
                                        </p:attrNameLst>
                                      </p:cBhvr>
                                      <p:to>
                                        <p:strVal val="visible"/>
                                      </p:to>
                                    </p:set>
                                    <p:animEffect transition="in" filter="fade">
                                      <p:cBhvr additive="repl">
                                        <p:cTn id="44" dur="500"/>
                                        <p:tgtEl>
                                          <p:spTgt spid="164"/>
                                        </p:tgtEl>
                                      </p:cBhvr>
                                    </p:animEffect>
                                  </p:childTnLst>
                                </p:cTn>
                              </p:par>
                              <p:par>
                                <p:cTn id="45" presetID="10" presetClass="entr" fill="hold" nodeType="withEffect">
                                  <p:stCondLst>
                                    <p:cond delay="0"/>
                                  </p:stCondLst>
                                  <p:childTnLst>
                                    <p:set>
                                      <p:cBhvr>
                                        <p:cTn id="46" dur="1" fill="hold">
                                          <p:stCondLst>
                                            <p:cond delay="0"/>
                                          </p:stCondLst>
                                        </p:cTn>
                                        <p:tgtEl>
                                          <p:spTgt spid="160"/>
                                        </p:tgtEl>
                                        <p:attrNameLst>
                                          <p:attrName>style.visibility</p:attrName>
                                        </p:attrNameLst>
                                      </p:cBhvr>
                                      <p:to>
                                        <p:strVal val="visible"/>
                                      </p:to>
                                    </p:set>
                                    <p:animEffect transition="in" filter="fade">
                                      <p:cBhvr additive="repl">
                                        <p:cTn id="47" dur="500"/>
                                        <p:tgtEl>
                                          <p:spTgt spid="160"/>
                                        </p:tgtEl>
                                      </p:cBhvr>
                                    </p:animEffect>
                                  </p:childTnLst>
                                </p:cTn>
                              </p:par>
                              <p:par>
                                <p:cTn id="48" presetID="10" presetClass="entr" fill="hold" nodeType="withEffect">
                                  <p:stCondLst>
                                    <p:cond delay="500"/>
                                  </p:stCondLst>
                                  <p:childTnLst>
                                    <p:set>
                                      <p:cBhvr>
                                        <p:cTn id="49" dur="1" fill="hold">
                                          <p:stCondLst>
                                            <p:cond delay="0"/>
                                          </p:stCondLst>
                                        </p:cTn>
                                        <p:tgtEl>
                                          <p:spTgt spid="163"/>
                                        </p:tgtEl>
                                        <p:attrNameLst>
                                          <p:attrName>style.visibility</p:attrName>
                                        </p:attrNameLst>
                                      </p:cBhvr>
                                      <p:to>
                                        <p:strVal val="visible"/>
                                      </p:to>
                                    </p:set>
                                    <p:animEffect transition="in" filter="fade">
                                      <p:cBhvr additive="repl">
                                        <p:cTn id="50" dur="500"/>
                                        <p:tgtEl>
                                          <p:spTgt spid="163"/>
                                        </p:tgtEl>
                                      </p:cBhvr>
                                    </p:animEffect>
                                  </p:childTnLst>
                                </p:cTn>
                              </p:par>
                              <p:par>
                                <p:cTn id="51" presetID="10" presetClass="entr" fill="hold" nodeType="withEffect">
                                  <p:stCondLst>
                                    <p:cond delay="500"/>
                                  </p:stCondLst>
                                  <p:childTnLst>
                                    <p:set>
                                      <p:cBhvr>
                                        <p:cTn id="52" dur="1" fill="hold">
                                          <p:stCondLst>
                                            <p:cond delay="0"/>
                                          </p:stCondLst>
                                        </p:cTn>
                                        <p:tgtEl>
                                          <p:spTgt spid="161"/>
                                        </p:tgtEl>
                                        <p:attrNameLst>
                                          <p:attrName>style.visibility</p:attrName>
                                        </p:attrNameLst>
                                      </p:cBhvr>
                                      <p:to>
                                        <p:strVal val="visible"/>
                                      </p:to>
                                    </p:set>
                                    <p:animEffect transition="in" filter="fade">
                                      <p:cBhvr additive="repl">
                                        <p:cTn id="53" dur="500"/>
                                        <p:tgtEl>
                                          <p:spTgt spid="1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 name="PlaceHolder 1"/>
          <p:cNvSpPr>
            <a:spLocks noGrp="1"/>
          </p:cNvSpPr>
          <p:nvPr>
            <p:ph type="title"/>
          </p:nvPr>
        </p:nvSpPr>
        <p:spPr>
          <a:xfrm>
            <a:off x="838080" y="291600"/>
            <a:ext cx="10515240" cy="1325160"/>
          </a:xfrm>
          <a:prstGeom prst="rect">
            <a:avLst/>
          </a:prstGeom>
          <a:noFill/>
          <a:ln w="0">
            <a:noFill/>
          </a:ln>
        </p:spPr>
        <p:txBody>
          <a:bodyPr anchor="ctr">
            <a:noAutofit/>
          </a:bodyPr>
          <a:lstStyle/>
          <a:p>
            <a:pPr>
              <a:lnSpc>
                <a:spcPct val="90000"/>
              </a:lnSpc>
              <a:buNone/>
            </a:pPr>
            <a:r>
              <a:rPr lang="fr-FR" sz="4400" b="1" strike="noStrike" spc="-1">
                <a:solidFill>
                  <a:srgbClr val="3C56AF"/>
                </a:solidFill>
                <a:latin typeface="HK Grotesk"/>
              </a:rPr>
              <a:t>Insertion à droite et à gauche</a:t>
            </a:r>
            <a:endParaRPr lang="fr-FR" sz="4400" b="0" strike="noStrike" spc="-1">
              <a:solidFill>
                <a:srgbClr val="000000"/>
              </a:solidFill>
              <a:latin typeface="Calibri"/>
            </a:endParaRPr>
          </a:p>
        </p:txBody>
      </p:sp>
      <p:sp>
        <p:nvSpPr>
          <p:cNvPr id="170" name="Rectangle 7"/>
          <p:cNvSpPr/>
          <p:nvPr/>
        </p:nvSpPr>
        <p:spPr>
          <a:xfrm>
            <a:off x="3485160" y="3984120"/>
            <a:ext cx="719640" cy="719640"/>
          </a:xfrm>
          <a:prstGeom prst="rect">
            <a:avLst/>
          </a:prstGeom>
          <a:solidFill>
            <a:srgbClr val="4472C4"/>
          </a:solidFill>
          <a:ln>
            <a:noFill/>
          </a:ln>
        </p:spPr>
        <p:style>
          <a:lnRef idx="2">
            <a:schemeClr val="accent1">
              <a:shade val="15000"/>
            </a:schemeClr>
          </a:lnRef>
          <a:fillRef idx="1">
            <a:schemeClr val="accent1"/>
          </a:fillRef>
          <a:effectRef idx="0">
            <a:schemeClr val="accent1"/>
          </a:effectRef>
          <a:fontRef idx="minor"/>
        </p:style>
        <p:txBody>
          <a:bodyPr/>
          <a:lstStyle/>
          <a:p>
            <a:endParaRPr lang="fr-FR"/>
          </a:p>
        </p:txBody>
      </p:sp>
      <p:sp>
        <p:nvSpPr>
          <p:cNvPr id="171" name="Rectangle 8"/>
          <p:cNvSpPr/>
          <p:nvPr/>
        </p:nvSpPr>
        <p:spPr>
          <a:xfrm>
            <a:off x="4653000" y="3979080"/>
            <a:ext cx="719640" cy="719640"/>
          </a:xfrm>
          <a:prstGeom prst="rect">
            <a:avLst/>
          </a:prstGeom>
          <a:solidFill>
            <a:srgbClr val="E82E00"/>
          </a:solidFill>
          <a:ln>
            <a:noFill/>
          </a:ln>
        </p:spPr>
        <p:style>
          <a:lnRef idx="2">
            <a:schemeClr val="accent1">
              <a:shade val="15000"/>
            </a:schemeClr>
          </a:lnRef>
          <a:fillRef idx="1">
            <a:schemeClr val="accent1"/>
          </a:fillRef>
          <a:effectRef idx="0">
            <a:schemeClr val="accent1"/>
          </a:effectRef>
          <a:fontRef idx="minor"/>
        </p:style>
        <p:txBody>
          <a:bodyPr/>
          <a:lstStyle/>
          <a:p>
            <a:endParaRPr lang="fr-FR"/>
          </a:p>
        </p:txBody>
      </p:sp>
      <p:sp>
        <p:nvSpPr>
          <p:cNvPr id="172" name="Ellipse 9"/>
          <p:cNvSpPr/>
          <p:nvPr/>
        </p:nvSpPr>
        <p:spPr>
          <a:xfrm>
            <a:off x="5821200" y="3979080"/>
            <a:ext cx="719640" cy="719640"/>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a:lstStyle/>
          <a:p>
            <a:endParaRPr lang="fr-FR"/>
          </a:p>
        </p:txBody>
      </p:sp>
      <p:sp>
        <p:nvSpPr>
          <p:cNvPr id="173" name="Triangle 10"/>
          <p:cNvSpPr/>
          <p:nvPr/>
        </p:nvSpPr>
        <p:spPr>
          <a:xfrm>
            <a:off x="6899040" y="3979080"/>
            <a:ext cx="835920" cy="719640"/>
          </a:xfrm>
          <a:prstGeom prst="triangle">
            <a:avLst>
              <a:gd name="adj" fmla="val 50000"/>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a:lstStyle/>
          <a:p>
            <a:endParaRPr lang="fr-FR"/>
          </a:p>
        </p:txBody>
      </p:sp>
      <p:sp>
        <p:nvSpPr>
          <p:cNvPr id="174" name="Rectangle 11"/>
          <p:cNvSpPr/>
          <p:nvPr/>
        </p:nvSpPr>
        <p:spPr>
          <a:xfrm>
            <a:off x="8180640" y="3979080"/>
            <a:ext cx="719640" cy="71964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p:style>
        <p:txBody>
          <a:bodyPr/>
          <a:lstStyle/>
          <a:p>
            <a:endParaRPr lang="fr-FR"/>
          </a:p>
        </p:txBody>
      </p:sp>
      <p:sp>
        <p:nvSpPr>
          <p:cNvPr id="175" name="ZoneTexte 13"/>
          <p:cNvSpPr/>
          <p:nvPr/>
        </p:nvSpPr>
        <p:spPr>
          <a:xfrm>
            <a:off x="860760" y="1747080"/>
            <a:ext cx="3559680" cy="638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buNone/>
            </a:pPr>
            <a:r>
              <a:rPr lang="fr-FR" sz="1800" b="1" strike="noStrike" spc="-1">
                <a:solidFill>
                  <a:srgbClr val="000000"/>
                </a:solidFill>
                <a:latin typeface="Calibri"/>
              </a:rPr>
              <a:t>Principe</a:t>
            </a:r>
            <a:endParaRPr lang="fr-FR" sz="1800" b="0" strike="noStrike" spc="-1">
              <a:latin typeface="Arial"/>
            </a:endParaRPr>
          </a:p>
          <a:p>
            <a:pPr>
              <a:lnSpc>
                <a:spcPct val="100000"/>
              </a:lnSpc>
              <a:buNone/>
            </a:pPr>
            <a:r>
              <a:rPr lang="fr-FR" sz="1800" b="0" strike="noStrike" spc="-1">
                <a:solidFill>
                  <a:srgbClr val="000000"/>
                </a:solidFill>
                <a:latin typeface="Calibri"/>
              </a:rPr>
              <a:t>On veut insérer une pièce à gauche :</a:t>
            </a:r>
            <a:endParaRPr lang="fr-FR" sz="1800" b="0" strike="noStrike" spc="-1">
              <a:latin typeface="Arial"/>
            </a:endParaRPr>
          </a:p>
        </p:txBody>
      </p:sp>
      <p:sp>
        <p:nvSpPr>
          <p:cNvPr id="176" name="Triangle 14"/>
          <p:cNvSpPr/>
          <p:nvPr/>
        </p:nvSpPr>
        <p:spPr>
          <a:xfrm>
            <a:off x="1836000" y="2985120"/>
            <a:ext cx="835920" cy="719640"/>
          </a:xfrm>
          <a:prstGeom prst="triangle">
            <a:avLst>
              <a:gd name="adj" fmla="val 50000"/>
            </a:avLst>
          </a:prstGeom>
          <a:solidFill>
            <a:srgbClr val="4472C4"/>
          </a:solidFill>
          <a:ln>
            <a:noFill/>
          </a:ln>
        </p:spPr>
        <p:style>
          <a:lnRef idx="2">
            <a:schemeClr val="accent1">
              <a:shade val="15000"/>
            </a:schemeClr>
          </a:lnRef>
          <a:fillRef idx="1">
            <a:schemeClr val="accent1"/>
          </a:fillRef>
          <a:effectRef idx="0">
            <a:schemeClr val="accent1"/>
          </a:effectRef>
          <a:fontRef idx="minor"/>
        </p:style>
        <p:txBody>
          <a:bodyPr/>
          <a:lstStyle/>
          <a:p>
            <a:endParaRPr lang="fr-FR"/>
          </a:p>
        </p:txBody>
      </p:sp>
      <p:sp>
        <p:nvSpPr>
          <p:cNvPr id="177" name="Connecteur droit avec flèche 16"/>
          <p:cNvSpPr/>
          <p:nvPr/>
        </p:nvSpPr>
        <p:spPr>
          <a:xfrm flipV="1">
            <a:off x="4205160" y="4338360"/>
            <a:ext cx="447480" cy="4680"/>
          </a:xfrm>
          <a:custGeom>
            <a:avLst/>
            <a:gdLst/>
            <a:ahLst/>
            <a:cxnLst/>
            <a:rect l="l" t="t" r="r" b="b"/>
            <a:pathLst>
              <a:path w="21600" h="21600">
                <a:moveTo>
                  <a:pt x="0" y="0"/>
                </a:moveTo>
                <a:lnTo>
                  <a:pt x="21600" y="21600"/>
                </a:lnTo>
              </a:path>
            </a:pathLst>
          </a:custGeom>
          <a:noFill/>
          <a:ln w="38100">
            <a:solidFill>
              <a:srgbClr val="4472C4"/>
            </a:solidFill>
            <a:tailEnd type="triangle" w="med" len="med"/>
          </a:ln>
        </p:spPr>
        <p:style>
          <a:lnRef idx="1">
            <a:schemeClr val="accent1"/>
          </a:lnRef>
          <a:fillRef idx="0">
            <a:schemeClr val="accent1"/>
          </a:fillRef>
          <a:effectRef idx="0">
            <a:schemeClr val="accent1"/>
          </a:effectRef>
          <a:fontRef idx="minor"/>
        </p:style>
        <p:txBody>
          <a:bodyPr/>
          <a:lstStyle/>
          <a:p>
            <a:endParaRPr lang="fr-FR"/>
          </a:p>
        </p:txBody>
      </p:sp>
      <p:sp>
        <p:nvSpPr>
          <p:cNvPr id="178" name="Connecteur droit avec flèche 17"/>
          <p:cNvSpPr/>
          <p:nvPr/>
        </p:nvSpPr>
        <p:spPr>
          <a:xfrm flipV="1">
            <a:off x="5371920" y="4338360"/>
            <a:ext cx="447480" cy="4680"/>
          </a:xfrm>
          <a:custGeom>
            <a:avLst/>
            <a:gdLst/>
            <a:ahLst/>
            <a:cxnLst/>
            <a:rect l="l" t="t" r="r" b="b"/>
            <a:pathLst>
              <a:path w="21600" h="21600">
                <a:moveTo>
                  <a:pt x="0" y="0"/>
                </a:moveTo>
                <a:lnTo>
                  <a:pt x="21600" y="21600"/>
                </a:lnTo>
              </a:path>
            </a:pathLst>
          </a:custGeom>
          <a:noFill/>
          <a:ln w="38100">
            <a:solidFill>
              <a:srgbClr val="4472C4"/>
            </a:solidFill>
            <a:tailEnd type="triangle" w="med" len="med"/>
          </a:ln>
        </p:spPr>
        <p:style>
          <a:lnRef idx="1">
            <a:schemeClr val="accent1"/>
          </a:lnRef>
          <a:fillRef idx="0">
            <a:schemeClr val="accent1"/>
          </a:fillRef>
          <a:effectRef idx="0">
            <a:schemeClr val="accent1"/>
          </a:effectRef>
          <a:fontRef idx="minor"/>
        </p:style>
        <p:txBody>
          <a:bodyPr/>
          <a:lstStyle/>
          <a:p>
            <a:endParaRPr lang="fr-FR"/>
          </a:p>
        </p:txBody>
      </p:sp>
      <p:sp>
        <p:nvSpPr>
          <p:cNvPr id="179" name="Connecteur droit avec flèche 18"/>
          <p:cNvSpPr/>
          <p:nvPr/>
        </p:nvSpPr>
        <p:spPr>
          <a:xfrm>
            <a:off x="6538680" y="4334400"/>
            <a:ext cx="568800" cy="4680"/>
          </a:xfrm>
          <a:custGeom>
            <a:avLst/>
            <a:gdLst/>
            <a:ahLst/>
            <a:cxnLst/>
            <a:rect l="l" t="t" r="r" b="b"/>
            <a:pathLst>
              <a:path w="21600" h="21600">
                <a:moveTo>
                  <a:pt x="0" y="0"/>
                </a:moveTo>
                <a:lnTo>
                  <a:pt x="21600" y="21600"/>
                </a:lnTo>
              </a:path>
            </a:pathLst>
          </a:custGeom>
          <a:noFill/>
          <a:ln w="38100">
            <a:solidFill>
              <a:srgbClr val="4472C4"/>
            </a:solidFill>
            <a:tailEnd type="triangle" w="med" len="med"/>
          </a:ln>
        </p:spPr>
        <p:style>
          <a:lnRef idx="1">
            <a:schemeClr val="accent1"/>
          </a:lnRef>
          <a:fillRef idx="0">
            <a:schemeClr val="accent1"/>
          </a:fillRef>
          <a:effectRef idx="0">
            <a:schemeClr val="accent1"/>
          </a:effectRef>
          <a:fontRef idx="minor"/>
        </p:style>
        <p:txBody>
          <a:bodyPr/>
          <a:lstStyle/>
          <a:p>
            <a:endParaRPr lang="fr-FR"/>
          </a:p>
        </p:txBody>
      </p:sp>
      <p:sp>
        <p:nvSpPr>
          <p:cNvPr id="180" name="Connecteur droit avec flèche 19"/>
          <p:cNvSpPr/>
          <p:nvPr/>
        </p:nvSpPr>
        <p:spPr>
          <a:xfrm>
            <a:off x="7526160" y="4339080"/>
            <a:ext cx="655560" cy="360"/>
          </a:xfrm>
          <a:custGeom>
            <a:avLst/>
            <a:gdLst/>
            <a:ahLst/>
            <a:cxnLst/>
            <a:rect l="l" t="t" r="r" b="b"/>
            <a:pathLst>
              <a:path w="21600" h="21600">
                <a:moveTo>
                  <a:pt x="0" y="0"/>
                </a:moveTo>
                <a:lnTo>
                  <a:pt x="21600" y="21600"/>
                </a:lnTo>
              </a:path>
            </a:pathLst>
          </a:custGeom>
          <a:noFill/>
          <a:ln w="38100">
            <a:solidFill>
              <a:srgbClr val="4472C4"/>
            </a:solidFill>
            <a:tailEnd type="triangle" w="med" len="med"/>
          </a:ln>
        </p:spPr>
        <p:style>
          <a:lnRef idx="1">
            <a:schemeClr val="accent1"/>
          </a:lnRef>
          <a:fillRef idx="0">
            <a:schemeClr val="accent1"/>
          </a:fillRef>
          <a:effectRef idx="0">
            <a:schemeClr val="accent1"/>
          </a:effectRef>
          <a:fontRef idx="minor"/>
        </p:style>
        <p:txBody>
          <a:bodyPr/>
          <a:lstStyle/>
          <a:p>
            <a:endParaRPr lang="fr-FR"/>
          </a:p>
        </p:txBody>
      </p:sp>
      <p:sp>
        <p:nvSpPr>
          <p:cNvPr id="181" name="Connecteur en arc 24"/>
          <p:cNvSpPr/>
          <p:nvPr/>
        </p:nvSpPr>
        <p:spPr>
          <a:xfrm rot="16200000" flipH="1" flipV="1">
            <a:off x="6189840" y="1633320"/>
            <a:ext cx="4680" cy="4695480"/>
          </a:xfrm>
          <a:prstGeom prst="curvedConnector3">
            <a:avLst>
              <a:gd name="adj1" fmla="val -20471252"/>
            </a:avLst>
          </a:prstGeom>
          <a:noFill/>
          <a:ln w="38100">
            <a:solidFill>
              <a:srgbClr val="4472C4"/>
            </a:solidFill>
            <a:tailEnd type="triangle" w="med" len="med"/>
          </a:ln>
        </p:spPr>
        <p:style>
          <a:lnRef idx="1">
            <a:schemeClr val="accent1"/>
          </a:lnRef>
          <a:fillRef idx="0">
            <a:schemeClr val="accent1"/>
          </a:fillRef>
          <a:effectRef idx="0">
            <a:schemeClr val="accent1"/>
          </a:effectRef>
          <a:fontRef idx="minor"/>
        </p:style>
        <p:txBody>
          <a:bodyPr/>
          <a:lstStyle/>
          <a:p>
            <a:endParaRPr lang="fr-FR"/>
          </a:p>
        </p:txBody>
      </p:sp>
      <p:sp>
        <p:nvSpPr>
          <p:cNvPr id="182" name="Connecteur en arc 36"/>
          <p:cNvSpPr/>
          <p:nvPr/>
        </p:nvSpPr>
        <p:spPr>
          <a:xfrm rot="5400000" flipH="1" flipV="1">
            <a:off x="4426200" y="3396960"/>
            <a:ext cx="4680" cy="1167480"/>
          </a:xfrm>
          <a:prstGeom prst="curvedConnector3">
            <a:avLst>
              <a:gd name="adj1" fmla="val 4800802"/>
            </a:avLst>
          </a:prstGeom>
          <a:noFill/>
          <a:ln w="28575">
            <a:solidFill>
              <a:srgbClr val="ED7D31"/>
            </a:solidFill>
            <a:headEnd type="triangle" w="med" len="med"/>
            <a:tailEnd type="triangle" w="med" len="med"/>
          </a:ln>
        </p:spPr>
        <p:style>
          <a:lnRef idx="3">
            <a:schemeClr val="accent2"/>
          </a:lnRef>
          <a:fillRef idx="0">
            <a:schemeClr val="accent2"/>
          </a:fillRef>
          <a:effectRef idx="2">
            <a:schemeClr val="accent2"/>
          </a:effectRef>
          <a:fontRef idx="minor"/>
        </p:style>
        <p:txBody>
          <a:bodyPr/>
          <a:lstStyle/>
          <a:p>
            <a:endParaRPr lang="fr-FR"/>
          </a:p>
        </p:txBody>
      </p:sp>
      <p:sp>
        <p:nvSpPr>
          <p:cNvPr id="183" name="Connecteur en arc 38"/>
          <p:cNvSpPr/>
          <p:nvPr/>
        </p:nvSpPr>
        <p:spPr>
          <a:xfrm rot="5400000" flipH="1" flipV="1">
            <a:off x="6777360" y="2215440"/>
            <a:ext cx="12240" cy="3527280"/>
          </a:xfrm>
          <a:prstGeom prst="curvedConnector3">
            <a:avLst>
              <a:gd name="adj1" fmla="val 1800000"/>
            </a:avLst>
          </a:prstGeom>
          <a:noFill/>
          <a:ln w="28575">
            <a:solidFill>
              <a:srgbClr val="ED7D31"/>
            </a:solidFill>
            <a:headEnd type="triangle" w="med" len="med"/>
            <a:tailEnd type="triangle" w="med" len="med"/>
          </a:ln>
        </p:spPr>
        <p:style>
          <a:lnRef idx="3">
            <a:schemeClr val="accent2"/>
          </a:lnRef>
          <a:fillRef idx="0">
            <a:schemeClr val="accent2"/>
          </a:fillRef>
          <a:effectRef idx="2">
            <a:schemeClr val="accent2"/>
          </a:effectRef>
          <a:fontRef idx="minor"/>
        </p:style>
        <p:txBody>
          <a:bodyPr/>
          <a:lstStyle/>
          <a:p>
            <a:endParaRPr lang="fr-FR"/>
          </a:p>
        </p:txBody>
      </p:sp>
      <p:sp>
        <p:nvSpPr>
          <p:cNvPr id="184" name="Connecteur en arc 40"/>
          <p:cNvSpPr/>
          <p:nvPr/>
        </p:nvSpPr>
        <p:spPr>
          <a:xfrm rot="5400000" flipH="1" flipV="1">
            <a:off x="6189840" y="1632960"/>
            <a:ext cx="4680" cy="4695480"/>
          </a:xfrm>
          <a:prstGeom prst="curvedConnector3">
            <a:avLst>
              <a:gd name="adj1" fmla="val 12113161"/>
            </a:avLst>
          </a:prstGeom>
          <a:noFill/>
          <a:ln w="28575">
            <a:solidFill>
              <a:srgbClr val="ED7D31"/>
            </a:solidFill>
            <a:headEnd type="triangle" w="med" len="med"/>
            <a:tailEnd type="triangle" w="med" len="med"/>
          </a:ln>
        </p:spPr>
        <p:style>
          <a:lnRef idx="3">
            <a:schemeClr val="accent2"/>
          </a:lnRef>
          <a:fillRef idx="0">
            <a:schemeClr val="accent2"/>
          </a:fillRef>
          <a:effectRef idx="2">
            <a:schemeClr val="accent2"/>
          </a:effectRef>
          <a:fontRef idx="minor"/>
        </p:style>
        <p:txBody>
          <a:bodyPr/>
          <a:lstStyle/>
          <a:p>
            <a:endParaRPr lang="fr-FR"/>
          </a:p>
        </p:txBody>
      </p:sp>
      <p:sp>
        <p:nvSpPr>
          <p:cNvPr id="185" name="Connecteur en arc 43"/>
          <p:cNvSpPr/>
          <p:nvPr/>
        </p:nvSpPr>
        <p:spPr>
          <a:xfrm rot="16200000" flipV="1">
            <a:off x="6181200" y="3830040"/>
            <a:ext cx="12240" cy="508680"/>
          </a:xfrm>
          <a:prstGeom prst="curvedConnector3">
            <a:avLst>
              <a:gd name="adj1" fmla="val 1990252"/>
            </a:avLst>
          </a:prstGeom>
          <a:noFill/>
          <a:ln w="28575">
            <a:solidFill>
              <a:srgbClr val="ED7D31"/>
            </a:solidFill>
            <a:headEnd type="triangle" w="med" len="med"/>
            <a:tailEnd type="triangle" w="med" len="med"/>
          </a:ln>
        </p:spPr>
        <p:style>
          <a:lnRef idx="1">
            <a:schemeClr val="accent2"/>
          </a:lnRef>
          <a:fillRef idx="0">
            <a:schemeClr val="accent2"/>
          </a:fillRef>
          <a:effectRef idx="0">
            <a:schemeClr val="accent2"/>
          </a:effectRef>
          <a:fontRef idx="minor"/>
        </p:style>
        <p:txBody>
          <a:bodyPr/>
          <a:lstStyle/>
          <a:p>
            <a:endParaRPr lang="fr-FR"/>
          </a:p>
        </p:txBody>
      </p:sp>
      <p:sp>
        <p:nvSpPr>
          <p:cNvPr id="186" name="Connecteur en arc 49"/>
          <p:cNvSpPr/>
          <p:nvPr/>
        </p:nvSpPr>
        <p:spPr>
          <a:xfrm rot="10800000" flipH="1">
            <a:off x="7107480" y="4339800"/>
            <a:ext cx="417960" cy="12240"/>
          </a:xfrm>
          <a:prstGeom prst="curvedConnector5">
            <a:avLst>
              <a:gd name="adj1" fmla="val -49808"/>
              <a:gd name="adj2" fmla="val 3354646"/>
              <a:gd name="adj3" fmla="val 144949"/>
            </a:avLst>
          </a:prstGeom>
          <a:noFill/>
          <a:ln w="28575">
            <a:solidFill>
              <a:srgbClr val="ED7D31"/>
            </a:solidFill>
            <a:headEnd type="triangle" w="med" len="med"/>
            <a:tailEnd type="triangle" w="med" len="med"/>
          </a:ln>
        </p:spPr>
        <p:style>
          <a:lnRef idx="1">
            <a:schemeClr val="accent2"/>
          </a:lnRef>
          <a:fillRef idx="0">
            <a:schemeClr val="accent2"/>
          </a:fillRef>
          <a:effectRef idx="0">
            <a:schemeClr val="accent2"/>
          </a:effectRef>
          <a:fontRef idx="minor"/>
        </p:style>
        <p:txBody>
          <a:bodyPr/>
          <a:lstStyle/>
          <a:p>
            <a:endParaRPr lang="fr-FR"/>
          </a:p>
        </p:txBody>
      </p:sp>
      <p:sp>
        <p:nvSpPr>
          <p:cNvPr id="187" name="Connecteur en arc 56"/>
          <p:cNvSpPr/>
          <p:nvPr/>
        </p:nvSpPr>
        <p:spPr>
          <a:xfrm rot="16200000" flipH="1">
            <a:off x="6777360" y="2935440"/>
            <a:ext cx="12240" cy="3527280"/>
          </a:xfrm>
          <a:prstGeom prst="curvedConnector3">
            <a:avLst>
              <a:gd name="adj1" fmla="val 5800016"/>
            </a:avLst>
          </a:prstGeom>
          <a:noFill/>
          <a:ln w="28575">
            <a:solidFill>
              <a:srgbClr val="000000"/>
            </a:solidFill>
            <a:headEnd type="triangle" w="med" len="med"/>
            <a:tailEnd type="triangle" w="med" len="med"/>
          </a:ln>
        </p:spPr>
        <p:style>
          <a:lnRef idx="1">
            <a:schemeClr val="dk1"/>
          </a:lnRef>
          <a:fillRef idx="0">
            <a:schemeClr val="dk1"/>
          </a:fillRef>
          <a:effectRef idx="0">
            <a:schemeClr val="dk1"/>
          </a:effectRef>
          <a:fontRef idx="minor"/>
        </p:style>
        <p:txBody>
          <a:bodyPr/>
          <a:lstStyle/>
          <a:p>
            <a:endParaRPr lang="fr-FR"/>
          </a:p>
        </p:txBody>
      </p:sp>
      <p:sp>
        <p:nvSpPr>
          <p:cNvPr id="188" name="Connecteur en arc 58"/>
          <p:cNvSpPr/>
          <p:nvPr/>
        </p:nvSpPr>
        <p:spPr>
          <a:xfrm rot="5400000">
            <a:off x="6777360" y="2935080"/>
            <a:ext cx="12240" cy="3527280"/>
          </a:xfrm>
          <a:prstGeom prst="curvedConnector3">
            <a:avLst>
              <a:gd name="adj1" fmla="val 8440000"/>
            </a:avLst>
          </a:prstGeom>
          <a:noFill/>
          <a:ln w="28575">
            <a:solidFill>
              <a:srgbClr val="000000"/>
            </a:solidFill>
            <a:headEnd type="triangle" w="med" len="med"/>
            <a:tailEnd type="triangle" w="med" len="med"/>
          </a:ln>
        </p:spPr>
        <p:style>
          <a:lnRef idx="1">
            <a:schemeClr val="dk1"/>
          </a:lnRef>
          <a:fillRef idx="0">
            <a:schemeClr val="dk1"/>
          </a:fillRef>
          <a:effectRef idx="0">
            <a:schemeClr val="dk1"/>
          </a:effectRef>
          <a:fontRef idx="minor"/>
        </p:style>
        <p:txBody>
          <a:bodyPr/>
          <a:lstStyle/>
          <a:p>
            <a:endParaRPr lang="fr-FR"/>
          </a:p>
        </p:txBody>
      </p:sp>
      <p:sp>
        <p:nvSpPr>
          <p:cNvPr id="189" name="Connecteur en arc 63"/>
          <p:cNvSpPr/>
          <p:nvPr/>
        </p:nvSpPr>
        <p:spPr>
          <a:xfrm rot="16200000" flipH="1">
            <a:off x="6749640" y="4131360"/>
            <a:ext cx="12240" cy="1135440"/>
          </a:xfrm>
          <a:prstGeom prst="curvedConnector3">
            <a:avLst>
              <a:gd name="adj1" fmla="val 1320000"/>
            </a:avLst>
          </a:prstGeom>
          <a:noFill/>
          <a:ln w="28575">
            <a:solidFill>
              <a:srgbClr val="000000"/>
            </a:solidFill>
            <a:headEnd type="triangle" w="med" len="med"/>
            <a:tailEnd type="triangle" w="med" len="med"/>
          </a:ln>
        </p:spPr>
        <p:style>
          <a:lnRef idx="1">
            <a:schemeClr val="dk1"/>
          </a:lnRef>
          <a:fillRef idx="0">
            <a:schemeClr val="dk1"/>
          </a:fillRef>
          <a:effectRef idx="0">
            <a:schemeClr val="dk1"/>
          </a:effectRef>
          <a:fontRef idx="minor"/>
        </p:style>
        <p:txBody>
          <a:bodyPr/>
          <a:lstStyle/>
          <a:p>
            <a:endParaRPr lang="fr-FR"/>
          </a:p>
        </p:txBody>
      </p:sp>
      <p:sp>
        <p:nvSpPr>
          <p:cNvPr id="190" name="Connecteur en arc 66"/>
          <p:cNvSpPr/>
          <p:nvPr/>
        </p:nvSpPr>
        <p:spPr>
          <a:xfrm rot="16200000" flipH="1">
            <a:off x="6749640" y="4131360"/>
            <a:ext cx="12240" cy="1135440"/>
          </a:xfrm>
          <a:prstGeom prst="curvedConnector3">
            <a:avLst>
              <a:gd name="adj1" fmla="val 3080016"/>
            </a:avLst>
          </a:prstGeom>
          <a:noFill/>
          <a:ln w="28575">
            <a:solidFill>
              <a:srgbClr val="000000"/>
            </a:solidFill>
            <a:headEnd type="triangle" w="med" len="med"/>
            <a:tailEnd type="triangle" w="med" len="med"/>
          </a:ln>
        </p:spPr>
        <p:style>
          <a:lnRef idx="1">
            <a:schemeClr val="dk1"/>
          </a:lnRef>
          <a:fillRef idx="0">
            <a:schemeClr val="dk1"/>
          </a:fillRef>
          <a:effectRef idx="0">
            <a:schemeClr val="dk1"/>
          </a:effectRef>
          <a:fontRef idx="minor"/>
        </p:style>
        <p:txBody>
          <a:bodyPr/>
          <a:lstStyle/>
          <a:p>
            <a:endParaRPr lang="fr-FR"/>
          </a:p>
        </p:txBody>
      </p:sp>
      <p:sp>
        <p:nvSpPr>
          <p:cNvPr id="191" name="Connecteur en arc 75"/>
          <p:cNvSpPr/>
          <p:nvPr/>
        </p:nvSpPr>
        <p:spPr>
          <a:xfrm rot="16200000" flipV="1">
            <a:off x="3839040" y="4431600"/>
            <a:ext cx="12240" cy="508680"/>
          </a:xfrm>
          <a:prstGeom prst="curvedConnector3">
            <a:avLst>
              <a:gd name="adj1" fmla="val -1282480"/>
            </a:avLst>
          </a:prstGeom>
          <a:noFill/>
          <a:ln w="28575">
            <a:solidFill>
              <a:srgbClr val="000000"/>
            </a:solidFill>
            <a:headEnd type="triangle" w="med" len="med"/>
            <a:tailEnd type="triangle" w="med" len="med"/>
          </a:ln>
        </p:spPr>
        <p:style>
          <a:lnRef idx="1">
            <a:schemeClr val="dk1"/>
          </a:lnRef>
          <a:fillRef idx="0">
            <a:schemeClr val="dk1"/>
          </a:fillRef>
          <a:effectRef idx="0">
            <a:schemeClr val="dk1"/>
          </a:effectRef>
          <a:fontRef idx="minor"/>
        </p:style>
        <p:txBody>
          <a:bodyPr/>
          <a:lstStyle/>
          <a:p>
            <a:endParaRPr lang="fr-FR"/>
          </a:p>
        </p:txBody>
      </p:sp>
      <p:sp>
        <p:nvSpPr>
          <p:cNvPr id="192" name="Connecteur droit avec flèche 37"/>
          <p:cNvSpPr/>
          <p:nvPr/>
        </p:nvSpPr>
        <p:spPr>
          <a:xfrm>
            <a:off x="2917080" y="4324680"/>
            <a:ext cx="567360" cy="19080"/>
          </a:xfrm>
          <a:custGeom>
            <a:avLst/>
            <a:gdLst/>
            <a:ahLst/>
            <a:cxnLst/>
            <a:rect l="l" t="t" r="r" b="b"/>
            <a:pathLst>
              <a:path w="21600" h="21600">
                <a:moveTo>
                  <a:pt x="0" y="0"/>
                </a:moveTo>
                <a:lnTo>
                  <a:pt x="21600" y="21600"/>
                </a:lnTo>
              </a:path>
            </a:pathLst>
          </a:custGeom>
          <a:noFill/>
          <a:ln w="38100">
            <a:solidFill>
              <a:srgbClr val="4472C4"/>
            </a:solidFill>
            <a:tailEnd type="triangle" w="med" len="med"/>
          </a:ln>
        </p:spPr>
        <p:style>
          <a:lnRef idx="1">
            <a:schemeClr val="accent1"/>
          </a:lnRef>
          <a:fillRef idx="0">
            <a:schemeClr val="accent1"/>
          </a:fillRef>
          <a:effectRef idx="0">
            <a:schemeClr val="accent1"/>
          </a:effectRef>
          <a:fontRef idx="minor"/>
        </p:style>
        <p:txBody>
          <a:bodyPr/>
          <a:lstStyle/>
          <a:p>
            <a:endParaRPr lang="fr-FR"/>
          </a:p>
        </p:txBody>
      </p:sp>
      <p:sp>
        <p:nvSpPr>
          <p:cNvPr id="193" name="Connecteur en arc 45"/>
          <p:cNvSpPr/>
          <p:nvPr/>
        </p:nvSpPr>
        <p:spPr>
          <a:xfrm rot="16200000" flipV="1">
            <a:off x="5617080" y="1055520"/>
            <a:ext cx="14400" cy="5832360"/>
          </a:xfrm>
          <a:prstGeom prst="curvedConnector3">
            <a:avLst>
              <a:gd name="adj1" fmla="val 7788390"/>
            </a:avLst>
          </a:prstGeom>
          <a:noFill/>
          <a:ln w="38100">
            <a:solidFill>
              <a:srgbClr val="4472C4"/>
            </a:solidFill>
            <a:tailEnd type="triangle" w="med" len="med"/>
          </a:ln>
        </p:spPr>
        <p:style>
          <a:lnRef idx="1">
            <a:schemeClr val="accent1"/>
          </a:lnRef>
          <a:fillRef idx="0">
            <a:schemeClr val="accent1"/>
          </a:fillRef>
          <a:effectRef idx="0">
            <a:schemeClr val="accent1"/>
          </a:effectRef>
          <a:fontRef idx="minor"/>
        </p:style>
        <p:txBody>
          <a:bodyPr/>
          <a:lstStyle/>
          <a:p>
            <a:endParaRPr lang="fr-FR"/>
          </a:p>
        </p:txBody>
      </p:sp>
      <p:sp>
        <p:nvSpPr>
          <p:cNvPr id="194" name="Connecteur en arc 50"/>
          <p:cNvSpPr/>
          <p:nvPr/>
        </p:nvSpPr>
        <p:spPr>
          <a:xfrm rot="16200000" flipV="1">
            <a:off x="5005440" y="1667520"/>
            <a:ext cx="14400" cy="4608360"/>
          </a:xfrm>
          <a:prstGeom prst="curvedConnector3">
            <a:avLst>
              <a:gd name="adj1" fmla="val 6223508"/>
            </a:avLst>
          </a:prstGeom>
          <a:noFill/>
          <a:ln w="28575">
            <a:solidFill>
              <a:srgbClr val="ED7D31"/>
            </a:solidFill>
            <a:headEnd type="triangle" w="med" len="med"/>
            <a:tailEnd type="triangle" w="med" len="med"/>
          </a:ln>
        </p:spPr>
        <p:style>
          <a:lnRef idx="1">
            <a:schemeClr val="accent2"/>
          </a:lnRef>
          <a:fillRef idx="0">
            <a:schemeClr val="accent2"/>
          </a:fillRef>
          <a:effectRef idx="0">
            <a:schemeClr val="accent2"/>
          </a:effectRef>
          <a:fontRef idx="minor"/>
        </p:style>
        <p:txBody>
          <a:bodyPr/>
          <a:lstStyle/>
          <a:p>
            <a:endParaRPr lang="fr-FR"/>
          </a:p>
        </p:txBody>
      </p:sp>
      <p:sp>
        <p:nvSpPr>
          <p:cNvPr id="195" name="Connecteur en arc 53"/>
          <p:cNvSpPr/>
          <p:nvPr/>
        </p:nvSpPr>
        <p:spPr>
          <a:xfrm rot="16200000" flipV="1">
            <a:off x="5005440" y="1667520"/>
            <a:ext cx="14400" cy="4608360"/>
          </a:xfrm>
          <a:prstGeom prst="curvedConnector3">
            <a:avLst>
              <a:gd name="adj1" fmla="val 3910179"/>
            </a:avLst>
          </a:prstGeom>
          <a:noFill/>
          <a:ln w="28575">
            <a:solidFill>
              <a:srgbClr val="ED7D31"/>
            </a:solidFill>
            <a:headEnd type="triangle" w="med" len="med"/>
            <a:tailEnd type="triangle" w="med" len="med"/>
          </a:ln>
        </p:spPr>
        <p:style>
          <a:lnRef idx="1">
            <a:schemeClr val="accent2"/>
          </a:lnRef>
          <a:fillRef idx="0">
            <a:schemeClr val="accent2"/>
          </a:fillRef>
          <a:effectRef idx="0">
            <a:schemeClr val="accent2"/>
          </a:effectRef>
          <a:fontRef idx="minor"/>
        </p:style>
        <p:txBody>
          <a:bodyPr/>
          <a:lstStyle/>
          <a:p>
            <a:endParaRPr lang="fr-FR"/>
          </a:p>
        </p:txBody>
      </p:sp>
      <p:sp>
        <p:nvSpPr>
          <p:cNvPr id="196" name="Connecteur en arc 57"/>
          <p:cNvSpPr/>
          <p:nvPr/>
        </p:nvSpPr>
        <p:spPr>
          <a:xfrm rot="5400000" flipH="1">
            <a:off x="3266280" y="4126320"/>
            <a:ext cx="19080" cy="1136520"/>
          </a:xfrm>
          <a:prstGeom prst="curvedConnector3">
            <a:avLst>
              <a:gd name="adj1" fmla="val -1174054"/>
            </a:avLst>
          </a:prstGeom>
          <a:noFill/>
          <a:ln w="28575">
            <a:solidFill>
              <a:srgbClr val="000000"/>
            </a:solidFill>
            <a:headEnd type="triangle" w="med" len="med"/>
            <a:tailEnd type="triangle" w="med" len="med"/>
          </a:ln>
        </p:spPr>
        <p:style>
          <a:lnRef idx="1">
            <a:schemeClr val="dk1"/>
          </a:lnRef>
          <a:fillRef idx="0">
            <a:schemeClr val="dk1"/>
          </a:fillRef>
          <a:effectRef idx="0">
            <a:schemeClr val="dk1"/>
          </a:effectRef>
          <a:fontRef idx="minor"/>
        </p:style>
        <p:txBody>
          <a:bodyPr/>
          <a:lstStyle/>
          <a:p>
            <a:endParaRPr lang="fr-FR"/>
          </a:p>
        </p:txBody>
      </p:sp>
      <p:sp>
        <p:nvSpPr>
          <p:cNvPr id="197" name="Connecteur en arc 62"/>
          <p:cNvSpPr/>
          <p:nvPr/>
        </p:nvSpPr>
        <p:spPr>
          <a:xfrm rot="5400000" flipH="1">
            <a:off x="3266280" y="4126320"/>
            <a:ext cx="19080" cy="1136520"/>
          </a:xfrm>
          <a:prstGeom prst="curvedConnector3">
            <a:avLst>
              <a:gd name="adj1" fmla="val -2552288"/>
            </a:avLst>
          </a:prstGeom>
          <a:noFill/>
          <a:ln w="28575">
            <a:solidFill>
              <a:srgbClr val="000000"/>
            </a:solidFill>
            <a:headEnd type="triangle" w="med" len="med"/>
            <a:tailEnd type="triangle" w="med" len="med"/>
          </a:ln>
        </p:spPr>
        <p:style>
          <a:lnRef idx="1">
            <a:schemeClr val="dk1"/>
          </a:lnRef>
          <a:fillRef idx="0">
            <a:schemeClr val="dk1"/>
          </a:fillRef>
          <a:effectRef idx="0">
            <a:schemeClr val="dk1"/>
          </a:effectRef>
          <a:fontRef idx="minor"/>
        </p:style>
        <p:txBody>
          <a:bodyPr/>
          <a:lstStyle/>
          <a:p>
            <a:endParaRPr lang="fr-FR"/>
          </a:p>
        </p:txBody>
      </p:sp>
      <p:sp>
        <p:nvSpPr>
          <p:cNvPr id="198" name="Connecteur droit avec flèche 65"/>
          <p:cNvSpPr/>
          <p:nvPr/>
        </p:nvSpPr>
        <p:spPr>
          <a:xfrm flipV="1">
            <a:off x="3845160" y="5680440"/>
            <a:ext cx="360" cy="263880"/>
          </a:xfrm>
          <a:custGeom>
            <a:avLst/>
            <a:gdLst/>
            <a:ahLst/>
            <a:cxnLst/>
            <a:rect l="l" t="t" r="r" b="b"/>
            <a:pathLst>
              <a:path w="21600" h="21600">
                <a:moveTo>
                  <a:pt x="0" y="0"/>
                </a:moveTo>
                <a:lnTo>
                  <a:pt x="21600" y="21600"/>
                </a:lnTo>
              </a:path>
            </a:pathLst>
          </a:custGeom>
          <a:noFill/>
          <a:ln>
            <a:solidFill>
              <a:srgbClr val="4472C4"/>
            </a:solidFill>
            <a:tailEnd type="triangle" w="med" len="med"/>
          </a:ln>
        </p:spPr>
        <p:style>
          <a:lnRef idx="1">
            <a:schemeClr val="accent1"/>
          </a:lnRef>
          <a:fillRef idx="0">
            <a:schemeClr val="accent1"/>
          </a:fillRef>
          <a:effectRef idx="0">
            <a:schemeClr val="accent1"/>
          </a:effectRef>
          <a:fontRef idx="minor"/>
        </p:style>
        <p:txBody>
          <a:bodyPr/>
          <a:lstStyle/>
          <a:p>
            <a:endParaRPr lang="fr-FR"/>
          </a:p>
        </p:txBody>
      </p:sp>
      <p:sp>
        <p:nvSpPr>
          <p:cNvPr id="199" name="Connecteur droit avec flèche 67"/>
          <p:cNvSpPr/>
          <p:nvPr/>
        </p:nvSpPr>
        <p:spPr>
          <a:xfrm flipV="1">
            <a:off x="8548920" y="5680440"/>
            <a:ext cx="360" cy="263880"/>
          </a:xfrm>
          <a:custGeom>
            <a:avLst/>
            <a:gdLst/>
            <a:ahLst/>
            <a:cxnLst/>
            <a:rect l="l" t="t" r="r" b="b"/>
            <a:pathLst>
              <a:path w="21600" h="21600">
                <a:moveTo>
                  <a:pt x="0" y="0"/>
                </a:moveTo>
                <a:lnTo>
                  <a:pt x="21600" y="21600"/>
                </a:lnTo>
              </a:path>
            </a:pathLst>
          </a:custGeom>
          <a:noFill/>
          <a:ln>
            <a:solidFill>
              <a:srgbClr val="4472C4"/>
            </a:solidFill>
            <a:tailEnd type="triangle" w="med" len="med"/>
          </a:ln>
        </p:spPr>
        <p:style>
          <a:lnRef idx="1">
            <a:schemeClr val="accent1"/>
          </a:lnRef>
          <a:fillRef idx="0">
            <a:schemeClr val="accent1"/>
          </a:fillRef>
          <a:effectRef idx="0">
            <a:schemeClr val="accent1"/>
          </a:effectRef>
          <a:fontRef idx="minor"/>
        </p:style>
        <p:txBody>
          <a:bodyPr/>
          <a:lstStyle/>
          <a:p>
            <a:endParaRPr lang="fr-FR"/>
          </a:p>
        </p:txBody>
      </p:sp>
      <p:sp>
        <p:nvSpPr>
          <p:cNvPr id="200" name="ZoneTexte 68"/>
          <p:cNvSpPr/>
          <p:nvPr/>
        </p:nvSpPr>
        <p:spPr>
          <a:xfrm>
            <a:off x="3530880" y="5930280"/>
            <a:ext cx="633600" cy="2570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buNone/>
            </a:pPr>
            <a:r>
              <a:rPr lang="fr-FR" sz="1100" b="0" strike="noStrike" spc="-1">
                <a:solidFill>
                  <a:srgbClr val="000000"/>
                </a:solidFill>
                <a:latin typeface="Calibri"/>
              </a:rPr>
              <a:t>premier</a:t>
            </a:r>
            <a:endParaRPr lang="fr-FR" sz="1100" b="0" strike="noStrike" spc="-1">
              <a:latin typeface="Arial"/>
            </a:endParaRPr>
          </a:p>
        </p:txBody>
      </p:sp>
      <p:sp>
        <p:nvSpPr>
          <p:cNvPr id="201" name="ZoneTexte 69"/>
          <p:cNvSpPr/>
          <p:nvPr/>
        </p:nvSpPr>
        <p:spPr>
          <a:xfrm>
            <a:off x="8242200" y="5945400"/>
            <a:ext cx="597240" cy="2570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buNone/>
            </a:pPr>
            <a:r>
              <a:rPr lang="fr-FR" sz="1100" b="0" strike="noStrike" spc="-1">
                <a:solidFill>
                  <a:srgbClr val="000000"/>
                </a:solidFill>
                <a:latin typeface="Calibri"/>
              </a:rPr>
              <a:t>dernier</a:t>
            </a:r>
            <a:endParaRPr lang="fr-FR" sz="1100" b="0" strike="noStrike" spc="-1">
              <a:latin typeface="Arial"/>
            </a:endParaRPr>
          </a:p>
        </p:txBody>
      </p:sp>
      <p:sp>
        <p:nvSpPr>
          <p:cNvPr id="202" name="ZoneTexte 74"/>
          <p:cNvSpPr/>
          <p:nvPr/>
        </p:nvSpPr>
        <p:spPr>
          <a:xfrm>
            <a:off x="10034640" y="4109040"/>
            <a:ext cx="1647360" cy="424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fr-FR" sz="1100" b="0" strike="noStrike" spc="-1">
                <a:solidFill>
                  <a:srgbClr val="000000"/>
                </a:solidFill>
                <a:latin typeface="Calibri"/>
              </a:rPr>
              <a:t>Ajouter au plateau et changement du premier</a:t>
            </a:r>
            <a:endParaRPr lang="fr-FR" sz="1100" b="0" strike="noStrike" spc="-1">
              <a:latin typeface="Arial"/>
            </a:endParaRPr>
          </a:p>
        </p:txBody>
      </p:sp>
      <p:sp>
        <p:nvSpPr>
          <p:cNvPr id="203" name="ZoneTexte 76"/>
          <p:cNvSpPr/>
          <p:nvPr/>
        </p:nvSpPr>
        <p:spPr>
          <a:xfrm>
            <a:off x="10034640" y="4118760"/>
            <a:ext cx="1647360" cy="424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fr-FR" sz="1100" b="0" strike="noStrike" spc="-1">
                <a:solidFill>
                  <a:srgbClr val="000000"/>
                </a:solidFill>
                <a:latin typeface="Calibri"/>
              </a:rPr>
              <a:t>Double chaînage de la forme de la piece</a:t>
            </a:r>
            <a:endParaRPr lang="fr-FR" sz="1100" b="0" strike="noStrike" spc="-1">
              <a:latin typeface="Arial"/>
            </a:endParaRPr>
          </a:p>
        </p:txBody>
      </p:sp>
      <p:sp>
        <p:nvSpPr>
          <p:cNvPr id="204" name="ZoneTexte 78"/>
          <p:cNvSpPr/>
          <p:nvPr/>
        </p:nvSpPr>
        <p:spPr>
          <a:xfrm>
            <a:off x="10034640" y="4136400"/>
            <a:ext cx="1647360" cy="424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fr-FR" sz="1100" b="0" strike="noStrike" spc="-1">
                <a:solidFill>
                  <a:srgbClr val="000000"/>
                </a:solidFill>
                <a:latin typeface="Calibri"/>
              </a:rPr>
              <a:t>Double chaînage de la couleur de la piece</a:t>
            </a:r>
            <a:endParaRPr lang="fr-FR" sz="1100" b="0" strike="noStrike" spc="-1">
              <a:latin typeface="Arial"/>
            </a:endParaRPr>
          </a:p>
        </p:txBody>
      </p:sp>
    </p:spTree>
  </p:cSld>
  <p:clrMapOvr>
    <a:masterClrMapping/>
  </p:clrMapOvr>
  <p:timing>
    <p:tnLst>
      <p:par>
        <p:cTn id="1" dur="indefinite" restart="never" nodeType="tmRoot">
          <p:childTnLst>
            <p:seq>
              <p:cTn id="2" dur="indefinite" nodeType="mainSeq">
                <p:childTnLst>
                  <p:par>
                    <p:cTn id="3" fill="hold">
                      <p:stCondLst>
                        <p:cond delay="0"/>
                      </p:stCondLst>
                      <p:childTnLst>
                        <p:par>
                          <p:cTn id="4" fill="hold">
                            <p:stCondLst>
                              <p:cond delay="0"/>
                            </p:stCondLst>
                            <p:childTnLst>
                              <p:par>
                                <p:cTn id="5" presetClass="path" fill="hold" nodeType="withEffect">
                                  <p:stCondLst>
                                    <p:cond delay="0"/>
                                  </p:stCondLst>
                                  <p:childTnLst>
                                    <p:animMotion origin="layout" path="M 4.16667E-006 -1.48148E-006 L 0.03411 0.14676 E">
                                      <p:cBhvr>
                                        <p:cTn id="6" dur="2000" fill="hold"/>
                                        <p:tgtEl>
                                          <p:spTgt spid="176"/>
                                        </p:tgtEl>
                                        <p:attrNameLst>
                                          <p:attrName>ppt_x</p:attrName>
                                          <p:attrName>ppt_y</p:attrName>
                                        </p:attrNameLst>
                                      </p:cBhvr>
                                    </p:animMotion>
                                  </p:childTnLst>
                                </p:cTn>
                              </p:par>
                            </p:childTnLst>
                          </p:cTn>
                        </p:par>
                      </p:childTnLst>
                    </p:cTn>
                  </p:par>
                  <p:par>
                    <p:cTn id="7" fill="hold">
                      <p:stCondLst>
                        <p:cond delay="indefinite"/>
                      </p:stCondLst>
                      <p:childTnLst>
                        <p:par>
                          <p:cTn id="8" fill="hold">
                            <p:stCondLst>
                              <p:cond delay="0"/>
                            </p:stCondLst>
                            <p:childTnLst>
                              <p:par>
                                <p:cTn id="9" presetID="1" presetClass="entr" fill="hold" nodeType="clickEffect">
                                  <p:stCondLst>
                                    <p:cond delay="0"/>
                                  </p:stCondLst>
                                  <p:childTnLst>
                                    <p:set>
                                      <p:cBhvr>
                                        <p:cTn id="10" dur="1" fill="hold">
                                          <p:stCondLst>
                                            <p:cond delay="0"/>
                                          </p:stCondLst>
                                        </p:cTn>
                                        <p:tgtEl>
                                          <p:spTgt spid="202"/>
                                        </p:tgtEl>
                                        <p:attrNameLst>
                                          <p:attrName>style.visibility</p:attrName>
                                        </p:attrNameLst>
                                      </p:cBhvr>
                                      <p:to>
                                        <p:strVal val="visible"/>
                                      </p:to>
                                    </p:set>
                                  </p:childTnLst>
                                </p:cTn>
                              </p:par>
                              <p:par>
                                <p:cTn id="11" presetID="1" presetClass="exit" fill="hold" nodeType="withEffect">
                                  <p:stCondLst>
                                    <p:cond delay="0"/>
                                  </p:stCondLst>
                                  <p:childTnLst>
                                    <p:set>
                                      <p:cBhvr>
                                        <p:cTn id="12" dur="1" fill="hold">
                                          <p:stCondLst>
                                            <p:cond delay="0"/>
                                          </p:stCondLst>
                                        </p:cTn>
                                        <p:tgtEl>
                                          <p:spTgt spid="181"/>
                                        </p:tgtEl>
                                        <p:attrNameLst>
                                          <p:attrName>style.visibility</p:attrName>
                                        </p:attrNameLst>
                                      </p:cBhvr>
                                      <p:to>
                                        <p:strVal val="hidden"/>
                                      </p:to>
                                    </p:set>
                                  </p:childTnLst>
                                </p:cTn>
                              </p:par>
                              <p:par>
                                <p:cTn id="13" presetID="22" presetClass="entr" presetSubtype="2" fill="hold" nodeType="withEffect">
                                  <p:stCondLst>
                                    <p:cond delay="500"/>
                                  </p:stCondLst>
                                  <p:childTnLst>
                                    <p:set>
                                      <p:cBhvr>
                                        <p:cTn id="14" dur="1" fill="hold">
                                          <p:stCondLst>
                                            <p:cond delay="0"/>
                                          </p:stCondLst>
                                        </p:cTn>
                                        <p:tgtEl>
                                          <p:spTgt spid="193"/>
                                        </p:tgtEl>
                                        <p:attrNameLst>
                                          <p:attrName>style.visibility</p:attrName>
                                        </p:attrNameLst>
                                      </p:cBhvr>
                                      <p:to>
                                        <p:strVal val="visible"/>
                                      </p:to>
                                    </p:set>
                                    <p:animEffect transition="in" filter="wipe(right)">
                                      <p:cBhvr additive="repl">
                                        <p:cTn id="15" dur="500"/>
                                        <p:tgtEl>
                                          <p:spTgt spid="193"/>
                                        </p:tgtEl>
                                      </p:cBhvr>
                                    </p:animEffect>
                                  </p:childTnLst>
                                </p:cTn>
                              </p:par>
                              <p:par>
                                <p:cTn id="16" presetID="22" presetClass="entr" presetSubtype="8" fill="hold" nodeType="withEffect">
                                  <p:stCondLst>
                                    <p:cond delay="1000"/>
                                  </p:stCondLst>
                                  <p:childTnLst>
                                    <p:set>
                                      <p:cBhvr>
                                        <p:cTn id="17" dur="1" fill="hold">
                                          <p:stCondLst>
                                            <p:cond delay="0"/>
                                          </p:stCondLst>
                                        </p:cTn>
                                        <p:tgtEl>
                                          <p:spTgt spid="192"/>
                                        </p:tgtEl>
                                        <p:attrNameLst>
                                          <p:attrName>style.visibility</p:attrName>
                                        </p:attrNameLst>
                                      </p:cBhvr>
                                      <p:to>
                                        <p:strVal val="visible"/>
                                      </p:to>
                                    </p:set>
                                    <p:animEffect transition="in" filter="wipe(left)">
                                      <p:cBhvr additive="repl">
                                        <p:cTn id="18" dur="500"/>
                                        <p:tgtEl>
                                          <p:spTgt spid="192"/>
                                        </p:tgtEl>
                                      </p:cBhvr>
                                    </p:animEffect>
                                  </p:childTnLst>
                                </p:cTn>
                              </p:par>
                              <p:par>
                                <p:cTn id="19" presetID="35" presetClass="path" fill="hold" nodeType="withEffect">
                                  <p:stCondLst>
                                    <p:cond delay="1000"/>
                                  </p:stCondLst>
                                  <p:childTnLst>
                                    <p:animMotion origin="layout" path="M -4.58333E-006 4.81481E-006 L -0.09622 -0.00139 E">
                                      <p:cBhvr>
                                        <p:cTn id="20" dur="2000" fill="hold"/>
                                        <p:tgtEl>
                                          <p:spTgt spid="198"/>
                                        </p:tgtEl>
                                        <p:attrNameLst>
                                          <p:attrName>ppt_x</p:attrName>
                                          <p:attrName>ppt_y</p:attrName>
                                        </p:attrNameLst>
                                      </p:cBhvr>
                                    </p:animMotion>
                                  </p:childTnLst>
                                </p:cTn>
                              </p:par>
                              <p:par>
                                <p:cTn id="21" presetID="35" presetClass="path" fill="hold" nodeType="withEffect">
                                  <p:stCondLst>
                                    <p:cond delay="1000"/>
                                  </p:stCondLst>
                                  <p:childTnLst>
                                    <p:animMotion origin="layout" path="M 5E-006 3.7037E-006 L -0.09649 -0.00278 E">
                                      <p:cBhvr>
                                        <p:cTn id="22" dur="2000" fill="hold"/>
                                        <p:tgtEl>
                                          <p:spTgt spid="200"/>
                                        </p:tgtEl>
                                        <p:attrNameLst>
                                          <p:attrName>ppt_x</p:attrName>
                                          <p:attrName>ppt_y</p:attrName>
                                        </p:attrNameLst>
                                      </p:cBhvr>
                                    </p:animMotion>
                                  </p:childTnLst>
                                </p:cTn>
                              </p:par>
                            </p:childTnLst>
                          </p:cTn>
                        </p:par>
                      </p:childTnLst>
                    </p:cTn>
                  </p:par>
                  <p:par>
                    <p:cTn id="23" fill="hold">
                      <p:stCondLst>
                        <p:cond delay="indefinite"/>
                      </p:stCondLst>
                      <p:childTnLst>
                        <p:par>
                          <p:cTn id="24" fill="hold">
                            <p:stCondLst>
                              <p:cond delay="0"/>
                            </p:stCondLst>
                            <p:childTnLst>
                              <p:par>
                                <p:cTn id="25" presetID="1" presetClass="exit" fill="hold" nodeType="clickEffect">
                                  <p:stCondLst>
                                    <p:cond delay="0"/>
                                  </p:stCondLst>
                                  <p:childTnLst>
                                    <p:set>
                                      <p:cBhvr>
                                        <p:cTn id="26" dur="1" fill="hold">
                                          <p:stCondLst>
                                            <p:cond delay="0"/>
                                          </p:stCondLst>
                                        </p:cTn>
                                        <p:tgtEl>
                                          <p:spTgt spid="202"/>
                                        </p:tgtEl>
                                        <p:attrNameLst>
                                          <p:attrName>style.visibility</p:attrName>
                                        </p:attrNameLst>
                                      </p:cBhvr>
                                      <p:to>
                                        <p:strVal val="hidden"/>
                                      </p:to>
                                    </p:set>
                                  </p:childTnLst>
                                </p:cTn>
                              </p:par>
                              <p:par>
                                <p:cTn id="27" presetID="1" presetClass="entr" fill="hold" nodeType="withEffect">
                                  <p:stCondLst>
                                    <p:cond delay="0"/>
                                  </p:stCondLst>
                                  <p:childTnLst>
                                    <p:set>
                                      <p:cBhvr>
                                        <p:cTn id="28" dur="1" fill="hold">
                                          <p:stCondLst>
                                            <p:cond delay="0"/>
                                          </p:stCondLst>
                                        </p:cTn>
                                        <p:tgtEl>
                                          <p:spTgt spid="203"/>
                                        </p:tgtEl>
                                        <p:attrNameLst>
                                          <p:attrName>style.visibility</p:attrName>
                                        </p:attrNameLst>
                                      </p:cBhvr>
                                      <p:to>
                                        <p:strVal val="visible"/>
                                      </p:to>
                                    </p:set>
                                  </p:childTnLst>
                                </p:cTn>
                              </p:par>
                              <p:par>
                                <p:cTn id="29" presetID="1" presetClass="exit" fill="hold" nodeType="withEffect">
                                  <p:stCondLst>
                                    <p:cond delay="0"/>
                                  </p:stCondLst>
                                  <p:childTnLst>
                                    <p:set>
                                      <p:cBhvr>
                                        <p:cTn id="30" dur="1" fill="hold">
                                          <p:stCondLst>
                                            <p:cond delay="0"/>
                                          </p:stCondLst>
                                        </p:cTn>
                                        <p:tgtEl>
                                          <p:spTgt spid="186"/>
                                        </p:tgtEl>
                                        <p:attrNameLst>
                                          <p:attrName>style.visibility</p:attrName>
                                        </p:attrNameLst>
                                      </p:cBhvr>
                                      <p:to>
                                        <p:strVal val="hidden"/>
                                      </p:to>
                                    </p:set>
                                  </p:childTnLst>
                                </p:cTn>
                              </p:par>
                              <p:par>
                                <p:cTn id="31" presetID="22" presetClass="entr" presetSubtype="8" fill="hold" nodeType="withEffect">
                                  <p:stCondLst>
                                    <p:cond delay="500"/>
                                  </p:stCondLst>
                                  <p:childTnLst>
                                    <p:set>
                                      <p:cBhvr>
                                        <p:cTn id="32" dur="1" fill="hold">
                                          <p:stCondLst>
                                            <p:cond delay="0"/>
                                          </p:stCondLst>
                                        </p:cTn>
                                        <p:tgtEl>
                                          <p:spTgt spid="195"/>
                                        </p:tgtEl>
                                        <p:attrNameLst>
                                          <p:attrName>style.visibility</p:attrName>
                                        </p:attrNameLst>
                                      </p:cBhvr>
                                      <p:to>
                                        <p:strVal val="visible"/>
                                      </p:to>
                                    </p:set>
                                    <p:animEffect transition="in" filter="wipe(left)">
                                      <p:cBhvr additive="repl">
                                        <p:cTn id="33" dur="500"/>
                                        <p:tgtEl>
                                          <p:spTgt spid="195"/>
                                        </p:tgtEl>
                                      </p:cBhvr>
                                    </p:animEffect>
                                  </p:childTnLst>
                                </p:cTn>
                              </p:par>
                              <p:par>
                                <p:cTn id="34" presetID="22" presetClass="entr" presetSubtype="2" fill="hold" nodeType="withEffect">
                                  <p:stCondLst>
                                    <p:cond delay="1000"/>
                                  </p:stCondLst>
                                  <p:childTnLst>
                                    <p:set>
                                      <p:cBhvr>
                                        <p:cTn id="35" dur="1" fill="hold">
                                          <p:stCondLst>
                                            <p:cond delay="0"/>
                                          </p:stCondLst>
                                        </p:cTn>
                                        <p:tgtEl>
                                          <p:spTgt spid="194"/>
                                        </p:tgtEl>
                                        <p:attrNameLst>
                                          <p:attrName>style.visibility</p:attrName>
                                        </p:attrNameLst>
                                      </p:cBhvr>
                                      <p:to>
                                        <p:strVal val="visible"/>
                                      </p:to>
                                    </p:set>
                                    <p:animEffect transition="in" filter="wipe(right)">
                                      <p:cBhvr additive="repl">
                                        <p:cTn id="36" dur="500"/>
                                        <p:tgtEl>
                                          <p:spTgt spid="194"/>
                                        </p:tgtEl>
                                      </p:cBhvr>
                                    </p:animEffect>
                                  </p:childTnLst>
                                </p:cTn>
                              </p:par>
                            </p:childTnLst>
                          </p:cTn>
                        </p:par>
                      </p:childTnLst>
                    </p:cTn>
                  </p:par>
                  <p:par>
                    <p:cTn id="37" fill="hold">
                      <p:stCondLst>
                        <p:cond delay="indefinite"/>
                      </p:stCondLst>
                      <p:childTnLst>
                        <p:par>
                          <p:cTn id="38" fill="hold">
                            <p:stCondLst>
                              <p:cond delay="0"/>
                            </p:stCondLst>
                            <p:childTnLst>
                              <p:par>
                                <p:cTn id="39" presetID="1" presetClass="exit" fill="hold" nodeType="clickEffect">
                                  <p:stCondLst>
                                    <p:cond delay="0"/>
                                  </p:stCondLst>
                                  <p:childTnLst>
                                    <p:set>
                                      <p:cBhvr>
                                        <p:cTn id="40" dur="1" fill="hold">
                                          <p:stCondLst>
                                            <p:cond delay="0"/>
                                          </p:stCondLst>
                                        </p:cTn>
                                        <p:tgtEl>
                                          <p:spTgt spid="203"/>
                                        </p:tgtEl>
                                        <p:attrNameLst>
                                          <p:attrName>style.visibility</p:attrName>
                                        </p:attrNameLst>
                                      </p:cBhvr>
                                      <p:to>
                                        <p:strVal val="hidden"/>
                                      </p:to>
                                    </p:set>
                                  </p:childTnLst>
                                </p:cTn>
                              </p:par>
                              <p:par>
                                <p:cTn id="41" presetID="1" presetClass="entr" fill="hold" nodeType="withEffect">
                                  <p:stCondLst>
                                    <p:cond delay="0"/>
                                  </p:stCondLst>
                                  <p:childTnLst>
                                    <p:set>
                                      <p:cBhvr>
                                        <p:cTn id="42" dur="1" fill="hold">
                                          <p:stCondLst>
                                            <p:cond delay="0"/>
                                          </p:stCondLst>
                                        </p:cTn>
                                        <p:tgtEl>
                                          <p:spTgt spid="204"/>
                                        </p:tgtEl>
                                        <p:attrNameLst>
                                          <p:attrName>style.visibility</p:attrName>
                                        </p:attrNameLst>
                                      </p:cBhvr>
                                      <p:to>
                                        <p:strVal val="visible"/>
                                      </p:to>
                                    </p:set>
                                  </p:childTnLst>
                                </p:cTn>
                              </p:par>
                              <p:par>
                                <p:cTn id="43" presetID="1" presetClass="exit" fill="hold" nodeType="withEffect">
                                  <p:stCondLst>
                                    <p:cond delay="0"/>
                                  </p:stCondLst>
                                  <p:childTnLst>
                                    <p:set>
                                      <p:cBhvr>
                                        <p:cTn id="44" dur="1" fill="hold">
                                          <p:stCondLst>
                                            <p:cond delay="0"/>
                                          </p:stCondLst>
                                        </p:cTn>
                                        <p:tgtEl>
                                          <p:spTgt spid="191"/>
                                        </p:tgtEl>
                                        <p:attrNameLst>
                                          <p:attrName>style.visibility</p:attrName>
                                        </p:attrNameLst>
                                      </p:cBhvr>
                                      <p:to>
                                        <p:strVal val="hidden"/>
                                      </p:to>
                                    </p:set>
                                  </p:childTnLst>
                                </p:cTn>
                              </p:par>
                              <p:par>
                                <p:cTn id="45" presetID="22" presetClass="entr" presetSubtype="8" fill="hold" nodeType="withEffect">
                                  <p:stCondLst>
                                    <p:cond delay="500"/>
                                  </p:stCondLst>
                                  <p:childTnLst>
                                    <p:set>
                                      <p:cBhvr>
                                        <p:cTn id="46" dur="1" fill="hold">
                                          <p:stCondLst>
                                            <p:cond delay="0"/>
                                          </p:stCondLst>
                                        </p:cTn>
                                        <p:tgtEl>
                                          <p:spTgt spid="196"/>
                                        </p:tgtEl>
                                        <p:attrNameLst>
                                          <p:attrName>style.visibility</p:attrName>
                                        </p:attrNameLst>
                                      </p:cBhvr>
                                      <p:to>
                                        <p:strVal val="visible"/>
                                      </p:to>
                                    </p:set>
                                    <p:animEffect transition="in" filter="wipe(left)">
                                      <p:cBhvr additive="repl">
                                        <p:cTn id="47" dur="500"/>
                                        <p:tgtEl>
                                          <p:spTgt spid="196"/>
                                        </p:tgtEl>
                                      </p:cBhvr>
                                    </p:animEffect>
                                  </p:childTnLst>
                                </p:cTn>
                              </p:par>
                              <p:par>
                                <p:cTn id="48" presetID="22" presetClass="entr" presetSubtype="2" fill="hold" nodeType="withEffect">
                                  <p:stCondLst>
                                    <p:cond delay="1000"/>
                                  </p:stCondLst>
                                  <p:childTnLst>
                                    <p:set>
                                      <p:cBhvr>
                                        <p:cTn id="49" dur="1" fill="hold">
                                          <p:stCondLst>
                                            <p:cond delay="0"/>
                                          </p:stCondLst>
                                        </p:cTn>
                                        <p:tgtEl>
                                          <p:spTgt spid="197"/>
                                        </p:tgtEl>
                                        <p:attrNameLst>
                                          <p:attrName>style.visibility</p:attrName>
                                        </p:attrNameLst>
                                      </p:cBhvr>
                                      <p:to>
                                        <p:strVal val="visible"/>
                                      </p:to>
                                    </p:set>
                                    <p:animEffect transition="in" filter="wipe(right)">
                                      <p:cBhvr additive="repl">
                                        <p:cTn id="50" dur="500"/>
                                        <p:tgtEl>
                                          <p:spTgt spid="1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 name="PlaceHolder 1"/>
          <p:cNvSpPr>
            <a:spLocks noGrp="1"/>
          </p:cNvSpPr>
          <p:nvPr>
            <p:ph type="title"/>
          </p:nvPr>
        </p:nvSpPr>
        <p:spPr>
          <a:xfrm>
            <a:off x="838080" y="291600"/>
            <a:ext cx="10515240" cy="1325160"/>
          </a:xfrm>
          <a:prstGeom prst="rect">
            <a:avLst/>
          </a:prstGeom>
          <a:noFill/>
          <a:ln w="0">
            <a:noFill/>
          </a:ln>
        </p:spPr>
        <p:txBody>
          <a:bodyPr anchor="ctr">
            <a:noAutofit/>
          </a:bodyPr>
          <a:lstStyle/>
          <a:p>
            <a:pPr>
              <a:lnSpc>
                <a:spcPct val="90000"/>
              </a:lnSpc>
              <a:buNone/>
            </a:pPr>
            <a:r>
              <a:rPr lang="fr-FR" sz="4400" b="1" strike="noStrike" spc="-1">
                <a:solidFill>
                  <a:srgbClr val="3C56AF"/>
                </a:solidFill>
                <a:latin typeface="HK Grotesk"/>
              </a:rPr>
              <a:t>Suppression de 3 pièces</a:t>
            </a:r>
            <a:endParaRPr lang="fr-FR" sz="4400" b="0" strike="noStrike" spc="-1">
              <a:solidFill>
                <a:srgbClr val="000000"/>
              </a:solidFill>
              <a:latin typeface="Calibri"/>
            </a:endParaRPr>
          </a:p>
        </p:txBody>
      </p:sp>
      <p:sp>
        <p:nvSpPr>
          <p:cNvPr id="206" name="Rectangle 3"/>
          <p:cNvSpPr/>
          <p:nvPr/>
        </p:nvSpPr>
        <p:spPr>
          <a:xfrm>
            <a:off x="2300760" y="3985560"/>
            <a:ext cx="719640" cy="719640"/>
          </a:xfrm>
          <a:prstGeom prst="rect">
            <a:avLst/>
          </a:prstGeom>
          <a:solidFill>
            <a:srgbClr val="4472C4"/>
          </a:solidFill>
          <a:ln>
            <a:noFill/>
          </a:ln>
        </p:spPr>
        <p:style>
          <a:lnRef idx="2">
            <a:schemeClr val="accent1">
              <a:shade val="15000"/>
            </a:schemeClr>
          </a:lnRef>
          <a:fillRef idx="1">
            <a:schemeClr val="accent1"/>
          </a:fillRef>
          <a:effectRef idx="0">
            <a:schemeClr val="accent1"/>
          </a:effectRef>
          <a:fontRef idx="minor"/>
        </p:style>
        <p:txBody>
          <a:bodyPr/>
          <a:lstStyle/>
          <a:p>
            <a:endParaRPr lang="fr-FR"/>
          </a:p>
        </p:txBody>
      </p:sp>
      <p:sp>
        <p:nvSpPr>
          <p:cNvPr id="207" name="Rectangle 7"/>
          <p:cNvSpPr/>
          <p:nvPr/>
        </p:nvSpPr>
        <p:spPr>
          <a:xfrm>
            <a:off x="3485160" y="3984120"/>
            <a:ext cx="719640" cy="719640"/>
          </a:xfrm>
          <a:prstGeom prst="rect">
            <a:avLst/>
          </a:prstGeom>
          <a:solidFill>
            <a:srgbClr val="4472C4"/>
          </a:solidFill>
          <a:ln>
            <a:noFill/>
          </a:ln>
        </p:spPr>
        <p:style>
          <a:lnRef idx="2">
            <a:schemeClr val="accent1">
              <a:shade val="15000"/>
            </a:schemeClr>
          </a:lnRef>
          <a:fillRef idx="1">
            <a:schemeClr val="accent1"/>
          </a:fillRef>
          <a:effectRef idx="0">
            <a:schemeClr val="accent1"/>
          </a:effectRef>
          <a:fontRef idx="minor"/>
        </p:style>
        <p:txBody>
          <a:bodyPr/>
          <a:lstStyle/>
          <a:p>
            <a:endParaRPr lang="fr-FR"/>
          </a:p>
        </p:txBody>
      </p:sp>
      <p:sp>
        <p:nvSpPr>
          <p:cNvPr id="208" name="Rectangle 8"/>
          <p:cNvSpPr/>
          <p:nvPr/>
        </p:nvSpPr>
        <p:spPr>
          <a:xfrm>
            <a:off x="4653000" y="3979080"/>
            <a:ext cx="719640" cy="719640"/>
          </a:xfrm>
          <a:prstGeom prst="rect">
            <a:avLst/>
          </a:prstGeom>
          <a:solidFill>
            <a:srgbClr val="E82E00"/>
          </a:solidFill>
          <a:ln>
            <a:noFill/>
          </a:ln>
        </p:spPr>
        <p:style>
          <a:lnRef idx="2">
            <a:schemeClr val="accent1">
              <a:shade val="15000"/>
            </a:schemeClr>
          </a:lnRef>
          <a:fillRef idx="1">
            <a:schemeClr val="accent1"/>
          </a:fillRef>
          <a:effectRef idx="0">
            <a:schemeClr val="accent1"/>
          </a:effectRef>
          <a:fontRef idx="minor"/>
        </p:style>
        <p:txBody>
          <a:bodyPr/>
          <a:lstStyle/>
          <a:p>
            <a:endParaRPr lang="fr-FR"/>
          </a:p>
        </p:txBody>
      </p:sp>
      <p:sp>
        <p:nvSpPr>
          <p:cNvPr id="209" name="Ellipse 9"/>
          <p:cNvSpPr/>
          <p:nvPr/>
        </p:nvSpPr>
        <p:spPr>
          <a:xfrm>
            <a:off x="5821200" y="3979080"/>
            <a:ext cx="719640" cy="719640"/>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a:lstStyle/>
          <a:p>
            <a:endParaRPr lang="fr-FR"/>
          </a:p>
        </p:txBody>
      </p:sp>
      <p:sp>
        <p:nvSpPr>
          <p:cNvPr id="210" name="Triangle 10"/>
          <p:cNvSpPr/>
          <p:nvPr/>
        </p:nvSpPr>
        <p:spPr>
          <a:xfrm>
            <a:off x="6899040" y="3979080"/>
            <a:ext cx="835920" cy="719640"/>
          </a:xfrm>
          <a:prstGeom prst="triangle">
            <a:avLst>
              <a:gd name="adj" fmla="val 50000"/>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a:lstStyle/>
          <a:p>
            <a:endParaRPr lang="fr-FR"/>
          </a:p>
        </p:txBody>
      </p:sp>
      <p:sp>
        <p:nvSpPr>
          <p:cNvPr id="211" name="Rectangle 11"/>
          <p:cNvSpPr/>
          <p:nvPr/>
        </p:nvSpPr>
        <p:spPr>
          <a:xfrm>
            <a:off x="8180640" y="3979080"/>
            <a:ext cx="719640" cy="71964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p:style>
        <p:txBody>
          <a:bodyPr/>
          <a:lstStyle/>
          <a:p>
            <a:endParaRPr lang="fr-FR"/>
          </a:p>
        </p:txBody>
      </p:sp>
      <p:sp>
        <p:nvSpPr>
          <p:cNvPr id="212" name="ZoneTexte 13"/>
          <p:cNvSpPr/>
          <p:nvPr/>
        </p:nvSpPr>
        <p:spPr>
          <a:xfrm>
            <a:off x="887760" y="1747080"/>
            <a:ext cx="7860600" cy="638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buNone/>
            </a:pPr>
            <a:r>
              <a:rPr lang="fr-FR" sz="1800" b="1" strike="noStrike" spc="-1">
                <a:solidFill>
                  <a:srgbClr val="000000"/>
                </a:solidFill>
                <a:latin typeface="Calibri"/>
              </a:rPr>
              <a:t>Principe</a:t>
            </a:r>
            <a:br>
              <a:rPr sz="1800"/>
            </a:br>
            <a:r>
              <a:rPr lang="fr-FR" sz="1800" b="0" strike="noStrike" spc="-1">
                <a:solidFill>
                  <a:srgbClr val="000000"/>
                </a:solidFill>
                <a:latin typeface="Calibri"/>
              </a:rPr>
              <a:t>Après avoir insérer à gauche par exemple, on se retrouve dans cette configuration :</a:t>
            </a:r>
            <a:endParaRPr lang="fr-FR" sz="1800" b="0" strike="noStrike" spc="-1">
              <a:latin typeface="Arial"/>
            </a:endParaRPr>
          </a:p>
        </p:txBody>
      </p:sp>
      <p:sp>
        <p:nvSpPr>
          <p:cNvPr id="213" name="Connecteur droit avec flèche 16"/>
          <p:cNvSpPr/>
          <p:nvPr/>
        </p:nvSpPr>
        <p:spPr>
          <a:xfrm flipV="1">
            <a:off x="4205160" y="4338360"/>
            <a:ext cx="447480" cy="4680"/>
          </a:xfrm>
          <a:custGeom>
            <a:avLst/>
            <a:gdLst/>
            <a:ahLst/>
            <a:cxnLst/>
            <a:rect l="l" t="t" r="r" b="b"/>
            <a:pathLst>
              <a:path w="21600" h="21600">
                <a:moveTo>
                  <a:pt x="0" y="0"/>
                </a:moveTo>
                <a:lnTo>
                  <a:pt x="21600" y="21600"/>
                </a:lnTo>
              </a:path>
            </a:pathLst>
          </a:custGeom>
          <a:noFill/>
          <a:ln w="38100">
            <a:solidFill>
              <a:srgbClr val="4472C4"/>
            </a:solidFill>
            <a:tailEnd type="triangle" w="med" len="med"/>
          </a:ln>
        </p:spPr>
        <p:style>
          <a:lnRef idx="1">
            <a:schemeClr val="accent1"/>
          </a:lnRef>
          <a:fillRef idx="0">
            <a:schemeClr val="accent1"/>
          </a:fillRef>
          <a:effectRef idx="0">
            <a:schemeClr val="accent1"/>
          </a:effectRef>
          <a:fontRef idx="minor"/>
        </p:style>
        <p:txBody>
          <a:bodyPr/>
          <a:lstStyle/>
          <a:p>
            <a:endParaRPr lang="fr-FR"/>
          </a:p>
        </p:txBody>
      </p:sp>
      <p:sp>
        <p:nvSpPr>
          <p:cNvPr id="214" name="Connecteur droit avec flèche 17"/>
          <p:cNvSpPr/>
          <p:nvPr/>
        </p:nvSpPr>
        <p:spPr>
          <a:xfrm flipV="1">
            <a:off x="5371920" y="4338360"/>
            <a:ext cx="447480" cy="4680"/>
          </a:xfrm>
          <a:custGeom>
            <a:avLst/>
            <a:gdLst/>
            <a:ahLst/>
            <a:cxnLst/>
            <a:rect l="l" t="t" r="r" b="b"/>
            <a:pathLst>
              <a:path w="21600" h="21600">
                <a:moveTo>
                  <a:pt x="0" y="0"/>
                </a:moveTo>
                <a:lnTo>
                  <a:pt x="21600" y="21600"/>
                </a:lnTo>
              </a:path>
            </a:pathLst>
          </a:custGeom>
          <a:noFill/>
          <a:ln w="38100">
            <a:solidFill>
              <a:srgbClr val="4472C4"/>
            </a:solidFill>
            <a:tailEnd type="triangle" w="med" len="med"/>
          </a:ln>
        </p:spPr>
        <p:style>
          <a:lnRef idx="1">
            <a:schemeClr val="accent1"/>
          </a:lnRef>
          <a:fillRef idx="0">
            <a:schemeClr val="accent1"/>
          </a:fillRef>
          <a:effectRef idx="0">
            <a:schemeClr val="accent1"/>
          </a:effectRef>
          <a:fontRef idx="minor"/>
        </p:style>
        <p:txBody>
          <a:bodyPr/>
          <a:lstStyle/>
          <a:p>
            <a:endParaRPr lang="fr-FR"/>
          </a:p>
        </p:txBody>
      </p:sp>
      <p:sp>
        <p:nvSpPr>
          <p:cNvPr id="215" name="Connecteur droit avec flèche 18"/>
          <p:cNvSpPr/>
          <p:nvPr/>
        </p:nvSpPr>
        <p:spPr>
          <a:xfrm>
            <a:off x="6538680" y="4334400"/>
            <a:ext cx="568800" cy="4680"/>
          </a:xfrm>
          <a:custGeom>
            <a:avLst/>
            <a:gdLst/>
            <a:ahLst/>
            <a:cxnLst/>
            <a:rect l="l" t="t" r="r" b="b"/>
            <a:pathLst>
              <a:path w="21600" h="21600">
                <a:moveTo>
                  <a:pt x="0" y="0"/>
                </a:moveTo>
                <a:lnTo>
                  <a:pt x="21600" y="21600"/>
                </a:lnTo>
              </a:path>
            </a:pathLst>
          </a:custGeom>
          <a:noFill/>
          <a:ln w="38100">
            <a:solidFill>
              <a:srgbClr val="4472C4"/>
            </a:solidFill>
            <a:tailEnd type="triangle" w="med" len="med"/>
          </a:ln>
        </p:spPr>
        <p:style>
          <a:lnRef idx="1">
            <a:schemeClr val="accent1"/>
          </a:lnRef>
          <a:fillRef idx="0">
            <a:schemeClr val="accent1"/>
          </a:fillRef>
          <a:effectRef idx="0">
            <a:schemeClr val="accent1"/>
          </a:effectRef>
          <a:fontRef idx="minor"/>
        </p:style>
        <p:txBody>
          <a:bodyPr/>
          <a:lstStyle/>
          <a:p>
            <a:endParaRPr lang="fr-FR"/>
          </a:p>
        </p:txBody>
      </p:sp>
      <p:sp>
        <p:nvSpPr>
          <p:cNvPr id="216" name="Connecteur droit avec flèche 19"/>
          <p:cNvSpPr/>
          <p:nvPr/>
        </p:nvSpPr>
        <p:spPr>
          <a:xfrm>
            <a:off x="7526160" y="4339080"/>
            <a:ext cx="655560" cy="360"/>
          </a:xfrm>
          <a:custGeom>
            <a:avLst/>
            <a:gdLst/>
            <a:ahLst/>
            <a:cxnLst/>
            <a:rect l="l" t="t" r="r" b="b"/>
            <a:pathLst>
              <a:path w="21600" h="21600">
                <a:moveTo>
                  <a:pt x="0" y="0"/>
                </a:moveTo>
                <a:lnTo>
                  <a:pt x="21600" y="21600"/>
                </a:lnTo>
              </a:path>
            </a:pathLst>
          </a:custGeom>
          <a:noFill/>
          <a:ln w="38100">
            <a:solidFill>
              <a:srgbClr val="4472C4"/>
            </a:solidFill>
            <a:tailEnd type="triangle" w="med" len="med"/>
          </a:ln>
        </p:spPr>
        <p:style>
          <a:lnRef idx="1">
            <a:schemeClr val="accent1"/>
          </a:lnRef>
          <a:fillRef idx="0">
            <a:schemeClr val="accent1"/>
          </a:fillRef>
          <a:effectRef idx="0">
            <a:schemeClr val="accent1"/>
          </a:effectRef>
          <a:fontRef idx="minor"/>
        </p:style>
        <p:txBody>
          <a:bodyPr/>
          <a:lstStyle/>
          <a:p>
            <a:endParaRPr lang="fr-FR"/>
          </a:p>
        </p:txBody>
      </p:sp>
      <p:sp>
        <p:nvSpPr>
          <p:cNvPr id="217" name="Connecteur en arc 24"/>
          <p:cNvSpPr/>
          <p:nvPr/>
        </p:nvSpPr>
        <p:spPr>
          <a:xfrm rot="16200000" flipH="1" flipV="1">
            <a:off x="5596920" y="1041840"/>
            <a:ext cx="6120" cy="5879880"/>
          </a:xfrm>
          <a:prstGeom prst="curvedConnector3">
            <a:avLst>
              <a:gd name="adj1" fmla="val -12927539"/>
            </a:avLst>
          </a:prstGeom>
          <a:noFill/>
          <a:ln w="38100">
            <a:solidFill>
              <a:srgbClr val="4472C4"/>
            </a:solidFill>
            <a:tailEnd type="triangle" w="med" len="med"/>
          </a:ln>
        </p:spPr>
        <p:style>
          <a:lnRef idx="1">
            <a:schemeClr val="accent1"/>
          </a:lnRef>
          <a:fillRef idx="0">
            <a:schemeClr val="accent1"/>
          </a:fillRef>
          <a:effectRef idx="0">
            <a:schemeClr val="accent1"/>
          </a:effectRef>
          <a:fontRef idx="minor"/>
        </p:style>
        <p:txBody>
          <a:bodyPr/>
          <a:lstStyle/>
          <a:p>
            <a:endParaRPr lang="fr-FR"/>
          </a:p>
        </p:txBody>
      </p:sp>
      <p:sp>
        <p:nvSpPr>
          <p:cNvPr id="218" name="Connecteur en arc 36"/>
          <p:cNvSpPr/>
          <p:nvPr/>
        </p:nvSpPr>
        <p:spPr>
          <a:xfrm rot="5400000" flipH="1" flipV="1">
            <a:off x="4426200" y="3396960"/>
            <a:ext cx="4680" cy="1167480"/>
          </a:xfrm>
          <a:prstGeom prst="curvedConnector3">
            <a:avLst>
              <a:gd name="adj1" fmla="val 4800802"/>
            </a:avLst>
          </a:prstGeom>
          <a:noFill/>
          <a:ln w="28575">
            <a:solidFill>
              <a:srgbClr val="ED7D31"/>
            </a:solidFill>
            <a:headEnd type="triangle" w="med" len="med"/>
            <a:tailEnd type="triangle" w="med" len="med"/>
          </a:ln>
        </p:spPr>
        <p:style>
          <a:lnRef idx="3">
            <a:schemeClr val="accent2"/>
          </a:lnRef>
          <a:fillRef idx="0">
            <a:schemeClr val="accent2"/>
          </a:fillRef>
          <a:effectRef idx="2">
            <a:schemeClr val="accent2"/>
          </a:effectRef>
          <a:fontRef idx="minor"/>
        </p:style>
        <p:txBody>
          <a:bodyPr/>
          <a:lstStyle/>
          <a:p>
            <a:endParaRPr lang="fr-FR"/>
          </a:p>
        </p:txBody>
      </p:sp>
      <p:sp>
        <p:nvSpPr>
          <p:cNvPr id="219" name="Connecteur en arc 38"/>
          <p:cNvSpPr/>
          <p:nvPr/>
        </p:nvSpPr>
        <p:spPr>
          <a:xfrm rot="5400000" flipH="1" flipV="1">
            <a:off x="6777360" y="2215440"/>
            <a:ext cx="12240" cy="3527280"/>
          </a:xfrm>
          <a:prstGeom prst="curvedConnector3">
            <a:avLst>
              <a:gd name="adj1" fmla="val 1800000"/>
            </a:avLst>
          </a:prstGeom>
          <a:noFill/>
          <a:ln w="28575">
            <a:solidFill>
              <a:srgbClr val="ED7D31"/>
            </a:solidFill>
            <a:headEnd type="triangle" w="med" len="med"/>
            <a:tailEnd type="triangle" w="med" len="med"/>
          </a:ln>
        </p:spPr>
        <p:style>
          <a:lnRef idx="3">
            <a:schemeClr val="accent2"/>
          </a:lnRef>
          <a:fillRef idx="0">
            <a:schemeClr val="accent2"/>
          </a:fillRef>
          <a:effectRef idx="2">
            <a:schemeClr val="accent2"/>
          </a:effectRef>
          <a:fontRef idx="minor"/>
        </p:style>
        <p:txBody>
          <a:bodyPr/>
          <a:lstStyle/>
          <a:p>
            <a:endParaRPr lang="fr-FR"/>
          </a:p>
        </p:txBody>
      </p:sp>
      <p:sp>
        <p:nvSpPr>
          <p:cNvPr id="220" name="Connecteur en arc 40"/>
          <p:cNvSpPr/>
          <p:nvPr/>
        </p:nvSpPr>
        <p:spPr>
          <a:xfrm rot="5400000" flipH="1" flipV="1">
            <a:off x="5596920" y="1041480"/>
            <a:ext cx="6120" cy="5879880"/>
          </a:xfrm>
          <a:prstGeom prst="curvedConnector3">
            <a:avLst>
              <a:gd name="adj1" fmla="val 8566273"/>
            </a:avLst>
          </a:prstGeom>
          <a:noFill/>
          <a:ln w="28575">
            <a:solidFill>
              <a:srgbClr val="ED7D31"/>
            </a:solidFill>
            <a:headEnd type="triangle" w="med" len="med"/>
            <a:tailEnd type="triangle" w="med" len="med"/>
          </a:ln>
        </p:spPr>
        <p:style>
          <a:lnRef idx="3">
            <a:schemeClr val="accent2"/>
          </a:lnRef>
          <a:fillRef idx="0">
            <a:schemeClr val="accent2"/>
          </a:fillRef>
          <a:effectRef idx="2">
            <a:schemeClr val="accent2"/>
          </a:effectRef>
          <a:fontRef idx="minor"/>
        </p:style>
        <p:txBody>
          <a:bodyPr/>
          <a:lstStyle/>
          <a:p>
            <a:endParaRPr lang="fr-FR"/>
          </a:p>
        </p:txBody>
      </p:sp>
      <p:sp>
        <p:nvSpPr>
          <p:cNvPr id="221" name="Connecteur en arc 43"/>
          <p:cNvSpPr/>
          <p:nvPr/>
        </p:nvSpPr>
        <p:spPr>
          <a:xfrm rot="16200000" flipV="1">
            <a:off x="6181200" y="3830040"/>
            <a:ext cx="12240" cy="508680"/>
          </a:xfrm>
          <a:prstGeom prst="curvedConnector3">
            <a:avLst>
              <a:gd name="adj1" fmla="val 1990252"/>
            </a:avLst>
          </a:prstGeom>
          <a:noFill/>
          <a:ln w="28575">
            <a:solidFill>
              <a:srgbClr val="ED7D31"/>
            </a:solidFill>
            <a:headEnd type="triangle" w="med" len="med"/>
            <a:tailEnd type="triangle" w="med" len="med"/>
          </a:ln>
        </p:spPr>
        <p:style>
          <a:lnRef idx="1">
            <a:schemeClr val="accent2"/>
          </a:lnRef>
          <a:fillRef idx="0">
            <a:schemeClr val="accent2"/>
          </a:fillRef>
          <a:effectRef idx="0">
            <a:schemeClr val="accent2"/>
          </a:effectRef>
          <a:fontRef idx="minor"/>
        </p:style>
        <p:txBody>
          <a:bodyPr/>
          <a:lstStyle/>
          <a:p>
            <a:endParaRPr lang="fr-FR"/>
          </a:p>
        </p:txBody>
      </p:sp>
      <p:sp>
        <p:nvSpPr>
          <p:cNvPr id="222" name="Connecteur en arc 49"/>
          <p:cNvSpPr/>
          <p:nvPr/>
        </p:nvSpPr>
        <p:spPr>
          <a:xfrm rot="10800000" flipH="1">
            <a:off x="7107480" y="4339800"/>
            <a:ext cx="417960" cy="12240"/>
          </a:xfrm>
          <a:prstGeom prst="curvedConnector5">
            <a:avLst>
              <a:gd name="adj1" fmla="val -49808"/>
              <a:gd name="adj2" fmla="val 4515131"/>
              <a:gd name="adj3" fmla="val 144949"/>
            </a:avLst>
          </a:prstGeom>
          <a:noFill/>
          <a:ln w="28575">
            <a:solidFill>
              <a:srgbClr val="ED7D31"/>
            </a:solidFill>
            <a:headEnd type="triangle" w="med" len="med"/>
            <a:tailEnd type="triangle" w="med" len="med"/>
          </a:ln>
        </p:spPr>
        <p:style>
          <a:lnRef idx="1">
            <a:schemeClr val="accent2"/>
          </a:lnRef>
          <a:fillRef idx="0">
            <a:schemeClr val="accent2"/>
          </a:fillRef>
          <a:effectRef idx="0">
            <a:schemeClr val="accent2"/>
          </a:effectRef>
          <a:fontRef idx="minor"/>
        </p:style>
        <p:txBody>
          <a:bodyPr/>
          <a:lstStyle/>
          <a:p>
            <a:endParaRPr lang="fr-FR"/>
          </a:p>
        </p:txBody>
      </p:sp>
      <p:sp>
        <p:nvSpPr>
          <p:cNvPr id="223" name="Connecteur en arc 56"/>
          <p:cNvSpPr/>
          <p:nvPr/>
        </p:nvSpPr>
        <p:spPr>
          <a:xfrm rot="16200000" flipH="1">
            <a:off x="6777360" y="2935440"/>
            <a:ext cx="12240" cy="3527280"/>
          </a:xfrm>
          <a:prstGeom prst="curvedConnector3">
            <a:avLst>
              <a:gd name="adj1" fmla="val 5800016"/>
            </a:avLst>
          </a:prstGeom>
          <a:noFill/>
          <a:ln w="28575">
            <a:solidFill>
              <a:srgbClr val="000000"/>
            </a:solidFill>
            <a:headEnd type="triangle" w="med" len="med"/>
            <a:tailEnd type="triangle" w="med" len="med"/>
          </a:ln>
        </p:spPr>
        <p:style>
          <a:lnRef idx="1">
            <a:schemeClr val="dk1"/>
          </a:lnRef>
          <a:fillRef idx="0">
            <a:schemeClr val="dk1"/>
          </a:fillRef>
          <a:effectRef idx="0">
            <a:schemeClr val="dk1"/>
          </a:effectRef>
          <a:fontRef idx="minor"/>
        </p:style>
        <p:txBody>
          <a:bodyPr/>
          <a:lstStyle/>
          <a:p>
            <a:endParaRPr lang="fr-FR"/>
          </a:p>
        </p:txBody>
      </p:sp>
      <p:sp>
        <p:nvSpPr>
          <p:cNvPr id="224" name="Connecteur en arc 58"/>
          <p:cNvSpPr/>
          <p:nvPr/>
        </p:nvSpPr>
        <p:spPr>
          <a:xfrm rot="5400000">
            <a:off x="6777360" y="2935080"/>
            <a:ext cx="12240" cy="3527280"/>
          </a:xfrm>
          <a:prstGeom prst="curvedConnector3">
            <a:avLst>
              <a:gd name="adj1" fmla="val 8440000"/>
            </a:avLst>
          </a:prstGeom>
          <a:noFill/>
          <a:ln w="28575">
            <a:solidFill>
              <a:srgbClr val="000000"/>
            </a:solidFill>
            <a:headEnd type="triangle" w="med" len="med"/>
            <a:tailEnd type="triangle" w="med" len="med"/>
          </a:ln>
        </p:spPr>
        <p:style>
          <a:lnRef idx="1">
            <a:schemeClr val="dk1"/>
          </a:lnRef>
          <a:fillRef idx="0">
            <a:schemeClr val="dk1"/>
          </a:fillRef>
          <a:effectRef idx="0">
            <a:schemeClr val="dk1"/>
          </a:effectRef>
          <a:fontRef idx="minor"/>
        </p:style>
        <p:txBody>
          <a:bodyPr/>
          <a:lstStyle/>
          <a:p>
            <a:endParaRPr lang="fr-FR"/>
          </a:p>
        </p:txBody>
      </p:sp>
      <p:sp>
        <p:nvSpPr>
          <p:cNvPr id="225" name="Connecteur en arc 63"/>
          <p:cNvSpPr/>
          <p:nvPr/>
        </p:nvSpPr>
        <p:spPr>
          <a:xfrm rot="16200000" flipH="1">
            <a:off x="6749640" y="4131360"/>
            <a:ext cx="12240" cy="1135440"/>
          </a:xfrm>
          <a:prstGeom prst="curvedConnector3">
            <a:avLst>
              <a:gd name="adj1" fmla="val 1320000"/>
            </a:avLst>
          </a:prstGeom>
          <a:noFill/>
          <a:ln w="28575">
            <a:solidFill>
              <a:srgbClr val="000000"/>
            </a:solidFill>
            <a:headEnd type="triangle" w="med" len="med"/>
            <a:tailEnd type="triangle" w="med" len="med"/>
          </a:ln>
        </p:spPr>
        <p:style>
          <a:lnRef idx="1">
            <a:schemeClr val="dk1"/>
          </a:lnRef>
          <a:fillRef idx="0">
            <a:schemeClr val="dk1"/>
          </a:fillRef>
          <a:effectRef idx="0">
            <a:schemeClr val="dk1"/>
          </a:effectRef>
          <a:fontRef idx="minor"/>
        </p:style>
        <p:txBody>
          <a:bodyPr/>
          <a:lstStyle/>
          <a:p>
            <a:endParaRPr lang="fr-FR"/>
          </a:p>
        </p:txBody>
      </p:sp>
      <p:sp>
        <p:nvSpPr>
          <p:cNvPr id="226" name="Connecteur en arc 66"/>
          <p:cNvSpPr/>
          <p:nvPr/>
        </p:nvSpPr>
        <p:spPr>
          <a:xfrm rot="16200000" flipH="1">
            <a:off x="6749640" y="4131360"/>
            <a:ext cx="12240" cy="1135440"/>
          </a:xfrm>
          <a:prstGeom prst="curvedConnector3">
            <a:avLst>
              <a:gd name="adj1" fmla="val 3080016"/>
            </a:avLst>
          </a:prstGeom>
          <a:noFill/>
          <a:ln w="28575">
            <a:solidFill>
              <a:srgbClr val="000000"/>
            </a:solidFill>
            <a:headEnd type="triangle" w="med" len="med"/>
            <a:tailEnd type="triangle" w="med" len="med"/>
          </a:ln>
        </p:spPr>
        <p:style>
          <a:lnRef idx="1">
            <a:schemeClr val="dk1"/>
          </a:lnRef>
          <a:fillRef idx="0">
            <a:schemeClr val="dk1"/>
          </a:fillRef>
          <a:effectRef idx="0">
            <a:schemeClr val="dk1"/>
          </a:effectRef>
          <a:fontRef idx="minor"/>
        </p:style>
        <p:txBody>
          <a:bodyPr/>
          <a:lstStyle/>
          <a:p>
            <a:endParaRPr lang="fr-FR"/>
          </a:p>
        </p:txBody>
      </p:sp>
      <p:sp>
        <p:nvSpPr>
          <p:cNvPr id="227" name="Connecteur droit avec flèche 81"/>
          <p:cNvSpPr/>
          <p:nvPr/>
        </p:nvSpPr>
        <p:spPr>
          <a:xfrm flipV="1">
            <a:off x="2657520" y="5695560"/>
            <a:ext cx="360" cy="263880"/>
          </a:xfrm>
          <a:custGeom>
            <a:avLst/>
            <a:gdLst/>
            <a:ahLst/>
            <a:cxnLst/>
            <a:rect l="l" t="t" r="r" b="b"/>
            <a:pathLst>
              <a:path w="21600" h="21600">
                <a:moveTo>
                  <a:pt x="0" y="0"/>
                </a:moveTo>
                <a:lnTo>
                  <a:pt x="21600" y="21600"/>
                </a:lnTo>
              </a:path>
            </a:pathLst>
          </a:custGeom>
          <a:noFill/>
          <a:ln>
            <a:solidFill>
              <a:srgbClr val="4472C4"/>
            </a:solidFill>
            <a:tailEnd type="triangle" w="med" len="med"/>
          </a:ln>
        </p:spPr>
        <p:style>
          <a:lnRef idx="1">
            <a:schemeClr val="accent1"/>
          </a:lnRef>
          <a:fillRef idx="0">
            <a:schemeClr val="accent1"/>
          </a:fillRef>
          <a:effectRef idx="0">
            <a:schemeClr val="accent1"/>
          </a:effectRef>
          <a:fontRef idx="minor"/>
        </p:style>
        <p:txBody>
          <a:bodyPr/>
          <a:lstStyle/>
          <a:p>
            <a:endParaRPr lang="fr-FR"/>
          </a:p>
        </p:txBody>
      </p:sp>
      <p:sp>
        <p:nvSpPr>
          <p:cNvPr id="228" name="Connecteur droit avec flèche 82"/>
          <p:cNvSpPr/>
          <p:nvPr/>
        </p:nvSpPr>
        <p:spPr>
          <a:xfrm flipV="1">
            <a:off x="8548920" y="5680440"/>
            <a:ext cx="360" cy="263880"/>
          </a:xfrm>
          <a:custGeom>
            <a:avLst/>
            <a:gdLst/>
            <a:ahLst/>
            <a:cxnLst/>
            <a:rect l="l" t="t" r="r" b="b"/>
            <a:pathLst>
              <a:path w="21600" h="21600">
                <a:moveTo>
                  <a:pt x="0" y="0"/>
                </a:moveTo>
                <a:lnTo>
                  <a:pt x="21600" y="21600"/>
                </a:lnTo>
              </a:path>
            </a:pathLst>
          </a:custGeom>
          <a:noFill/>
          <a:ln>
            <a:solidFill>
              <a:srgbClr val="4472C4"/>
            </a:solidFill>
            <a:tailEnd type="triangle" w="med" len="med"/>
          </a:ln>
        </p:spPr>
        <p:style>
          <a:lnRef idx="1">
            <a:schemeClr val="accent1"/>
          </a:lnRef>
          <a:fillRef idx="0">
            <a:schemeClr val="accent1"/>
          </a:fillRef>
          <a:effectRef idx="0">
            <a:schemeClr val="accent1"/>
          </a:effectRef>
          <a:fontRef idx="minor"/>
        </p:style>
        <p:txBody>
          <a:bodyPr/>
          <a:lstStyle/>
          <a:p>
            <a:endParaRPr lang="fr-FR"/>
          </a:p>
        </p:txBody>
      </p:sp>
      <p:sp>
        <p:nvSpPr>
          <p:cNvPr id="229" name="ZoneTexte 86"/>
          <p:cNvSpPr/>
          <p:nvPr/>
        </p:nvSpPr>
        <p:spPr>
          <a:xfrm>
            <a:off x="2343240" y="5945400"/>
            <a:ext cx="633600" cy="2570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buNone/>
            </a:pPr>
            <a:r>
              <a:rPr lang="fr-FR" sz="1100" b="0" strike="noStrike" spc="-1">
                <a:solidFill>
                  <a:srgbClr val="000000"/>
                </a:solidFill>
                <a:latin typeface="Calibri"/>
              </a:rPr>
              <a:t>premier</a:t>
            </a:r>
            <a:endParaRPr lang="fr-FR" sz="1100" b="0" strike="noStrike" spc="-1">
              <a:latin typeface="Arial"/>
            </a:endParaRPr>
          </a:p>
        </p:txBody>
      </p:sp>
      <p:sp>
        <p:nvSpPr>
          <p:cNvPr id="230" name="ZoneTexte 87"/>
          <p:cNvSpPr/>
          <p:nvPr/>
        </p:nvSpPr>
        <p:spPr>
          <a:xfrm>
            <a:off x="8242200" y="5945400"/>
            <a:ext cx="597240" cy="2570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buNone/>
            </a:pPr>
            <a:r>
              <a:rPr lang="fr-FR" sz="1100" b="0" strike="noStrike" spc="-1">
                <a:solidFill>
                  <a:srgbClr val="000000"/>
                </a:solidFill>
                <a:latin typeface="Calibri"/>
              </a:rPr>
              <a:t>dernier</a:t>
            </a:r>
            <a:endParaRPr lang="fr-FR" sz="1100" b="0" strike="noStrike" spc="-1">
              <a:latin typeface="Arial"/>
            </a:endParaRPr>
          </a:p>
        </p:txBody>
      </p:sp>
      <p:sp>
        <p:nvSpPr>
          <p:cNvPr id="231" name="Connecteur droit avec flèche 15"/>
          <p:cNvSpPr/>
          <p:nvPr/>
        </p:nvSpPr>
        <p:spPr>
          <a:xfrm flipV="1">
            <a:off x="3020760" y="4343400"/>
            <a:ext cx="464040" cy="1080"/>
          </a:xfrm>
          <a:custGeom>
            <a:avLst/>
            <a:gdLst/>
            <a:ahLst/>
            <a:cxnLst/>
            <a:rect l="l" t="t" r="r" b="b"/>
            <a:pathLst>
              <a:path w="21600" h="21600">
                <a:moveTo>
                  <a:pt x="0" y="0"/>
                </a:moveTo>
                <a:lnTo>
                  <a:pt x="21600" y="21600"/>
                </a:lnTo>
              </a:path>
            </a:pathLst>
          </a:custGeom>
          <a:noFill/>
          <a:ln w="38100">
            <a:solidFill>
              <a:srgbClr val="4472C4"/>
            </a:solidFill>
            <a:tailEnd type="triangle" w="med" len="med"/>
          </a:ln>
        </p:spPr>
        <p:style>
          <a:lnRef idx="1">
            <a:schemeClr val="accent1"/>
          </a:lnRef>
          <a:fillRef idx="0">
            <a:schemeClr val="accent1"/>
          </a:fillRef>
          <a:effectRef idx="0">
            <a:schemeClr val="accent1"/>
          </a:effectRef>
          <a:fontRef idx="minor"/>
        </p:style>
        <p:txBody>
          <a:bodyPr/>
          <a:lstStyle/>
          <a:p>
            <a:endParaRPr lang="fr-FR"/>
          </a:p>
        </p:txBody>
      </p:sp>
      <p:sp>
        <p:nvSpPr>
          <p:cNvPr id="232" name="Connecteur en arc 28"/>
          <p:cNvSpPr/>
          <p:nvPr/>
        </p:nvSpPr>
        <p:spPr>
          <a:xfrm rot="5400000" flipH="1" flipV="1">
            <a:off x="3251880" y="3391920"/>
            <a:ext cx="1080" cy="1184040"/>
          </a:xfrm>
          <a:prstGeom prst="curvedConnector3">
            <a:avLst>
              <a:gd name="adj1" fmla="val 3954722"/>
            </a:avLst>
          </a:prstGeom>
          <a:noFill/>
          <a:ln w="28575">
            <a:solidFill>
              <a:srgbClr val="ED7D31"/>
            </a:solidFill>
            <a:headEnd type="triangle" w="med" len="med"/>
            <a:tailEnd type="triangle" w="med" len="med"/>
          </a:ln>
        </p:spPr>
        <p:style>
          <a:lnRef idx="1">
            <a:schemeClr val="accent2"/>
          </a:lnRef>
          <a:fillRef idx="0">
            <a:schemeClr val="accent2"/>
          </a:fillRef>
          <a:effectRef idx="0">
            <a:schemeClr val="accent2"/>
          </a:effectRef>
          <a:fontRef idx="minor"/>
        </p:style>
        <p:txBody>
          <a:bodyPr/>
          <a:lstStyle/>
          <a:p>
            <a:endParaRPr lang="fr-FR"/>
          </a:p>
        </p:txBody>
      </p:sp>
      <p:sp>
        <p:nvSpPr>
          <p:cNvPr id="233" name="Connecteur en arc 30"/>
          <p:cNvSpPr/>
          <p:nvPr/>
        </p:nvSpPr>
        <p:spPr>
          <a:xfrm rot="5400000">
            <a:off x="3252600" y="4112640"/>
            <a:ext cx="1080" cy="1184040"/>
          </a:xfrm>
          <a:prstGeom prst="curvedConnector3">
            <a:avLst>
              <a:gd name="adj1" fmla="val 2915370"/>
            </a:avLst>
          </a:prstGeom>
          <a:noFill/>
          <a:ln w="28575">
            <a:solidFill>
              <a:srgbClr val="000000"/>
            </a:solidFill>
            <a:headEnd type="triangle" w="med" len="med"/>
            <a:tailEnd type="triangle" w="med" len="med"/>
          </a:ln>
        </p:spPr>
        <p:style>
          <a:lnRef idx="1">
            <a:schemeClr val="dk1"/>
          </a:lnRef>
          <a:fillRef idx="0">
            <a:schemeClr val="dk1"/>
          </a:fillRef>
          <a:effectRef idx="0">
            <a:schemeClr val="dk1"/>
          </a:effectRef>
          <a:fontRef idx="minor"/>
        </p:style>
        <p:txBody>
          <a:bodyPr/>
          <a:lstStyle/>
          <a:p>
            <a:endParaRPr lang="fr-FR"/>
          </a:p>
        </p:txBody>
      </p:sp>
      <p:sp>
        <p:nvSpPr>
          <p:cNvPr id="234" name="Connecteur en arc 33"/>
          <p:cNvSpPr/>
          <p:nvPr/>
        </p:nvSpPr>
        <p:spPr>
          <a:xfrm rot="5400000">
            <a:off x="3252600" y="4112640"/>
            <a:ext cx="1080" cy="1184040"/>
          </a:xfrm>
          <a:prstGeom prst="curvedConnector3">
            <a:avLst>
              <a:gd name="adj1" fmla="val 6251574"/>
            </a:avLst>
          </a:prstGeom>
          <a:noFill/>
          <a:ln w="28575">
            <a:solidFill>
              <a:srgbClr val="000000"/>
            </a:solidFill>
            <a:headEnd type="triangle" w="med" len="med"/>
            <a:tailEnd type="triangle" w="med" len="med"/>
          </a:ln>
        </p:spPr>
        <p:style>
          <a:lnRef idx="1">
            <a:schemeClr val="dk1"/>
          </a:lnRef>
          <a:fillRef idx="0">
            <a:schemeClr val="dk1"/>
          </a:fillRef>
          <a:effectRef idx="0">
            <a:schemeClr val="dk1"/>
          </a:effectRef>
          <a:fontRef idx="minor"/>
        </p:style>
        <p:txBody>
          <a:bodyPr/>
          <a:lstStyle/>
          <a:p>
            <a:endParaRPr lang="fr-FR"/>
          </a:p>
        </p:txBody>
      </p:sp>
      <p:sp>
        <p:nvSpPr>
          <p:cNvPr id="235" name="Connecteur droit avec flèche 35"/>
          <p:cNvSpPr/>
          <p:nvPr/>
        </p:nvSpPr>
        <p:spPr>
          <a:xfrm flipV="1">
            <a:off x="3803400" y="5695560"/>
            <a:ext cx="360" cy="263880"/>
          </a:xfrm>
          <a:custGeom>
            <a:avLst/>
            <a:gdLst/>
            <a:ahLst/>
            <a:cxnLst/>
            <a:rect l="l" t="t" r="r" b="b"/>
            <a:pathLst>
              <a:path w="21600" h="21600">
                <a:moveTo>
                  <a:pt x="0" y="0"/>
                </a:moveTo>
                <a:lnTo>
                  <a:pt x="21600" y="21600"/>
                </a:lnTo>
              </a:path>
            </a:pathLst>
          </a:custGeom>
          <a:noFill/>
          <a:ln>
            <a:solidFill>
              <a:srgbClr val="4472C4"/>
            </a:solidFill>
            <a:tailEnd type="triangle" w="med" len="med"/>
          </a:ln>
        </p:spPr>
        <p:style>
          <a:lnRef idx="1">
            <a:schemeClr val="accent1"/>
          </a:lnRef>
          <a:fillRef idx="0">
            <a:schemeClr val="accent1"/>
          </a:fillRef>
          <a:effectRef idx="0">
            <a:schemeClr val="accent1"/>
          </a:effectRef>
          <a:fontRef idx="minor"/>
        </p:style>
        <p:txBody>
          <a:bodyPr/>
          <a:lstStyle/>
          <a:p>
            <a:endParaRPr lang="fr-FR"/>
          </a:p>
        </p:txBody>
      </p:sp>
      <p:sp>
        <p:nvSpPr>
          <p:cNvPr id="236" name="ZoneTexte 37"/>
          <p:cNvSpPr/>
          <p:nvPr/>
        </p:nvSpPr>
        <p:spPr>
          <a:xfrm>
            <a:off x="3260520" y="5942880"/>
            <a:ext cx="965880" cy="2570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buNone/>
            </a:pPr>
            <a:r>
              <a:rPr lang="fr-FR" sz="1100" b="0" strike="noStrike" spc="-1">
                <a:solidFill>
                  <a:srgbClr val="000000"/>
                </a:solidFill>
                <a:latin typeface="Calibri"/>
              </a:rPr>
              <a:t>premier-&gt;suiv</a:t>
            </a:r>
            <a:endParaRPr lang="fr-FR" sz="1100" b="0" strike="noStrike" spc="-1">
              <a:latin typeface="Arial"/>
            </a:endParaRPr>
          </a:p>
        </p:txBody>
      </p:sp>
      <p:sp>
        <p:nvSpPr>
          <p:cNvPr id="237" name="Connecteur droit avec flèche 39"/>
          <p:cNvSpPr/>
          <p:nvPr/>
        </p:nvSpPr>
        <p:spPr>
          <a:xfrm flipV="1">
            <a:off x="5027040" y="5695560"/>
            <a:ext cx="360" cy="263880"/>
          </a:xfrm>
          <a:custGeom>
            <a:avLst/>
            <a:gdLst/>
            <a:ahLst/>
            <a:cxnLst/>
            <a:rect l="l" t="t" r="r" b="b"/>
            <a:pathLst>
              <a:path w="21600" h="21600">
                <a:moveTo>
                  <a:pt x="0" y="0"/>
                </a:moveTo>
                <a:lnTo>
                  <a:pt x="21600" y="21600"/>
                </a:lnTo>
              </a:path>
            </a:pathLst>
          </a:custGeom>
          <a:noFill/>
          <a:ln>
            <a:solidFill>
              <a:srgbClr val="4472C4"/>
            </a:solidFill>
            <a:tailEnd type="triangle" w="med" len="med"/>
          </a:ln>
        </p:spPr>
        <p:style>
          <a:lnRef idx="1">
            <a:schemeClr val="accent1"/>
          </a:lnRef>
          <a:fillRef idx="0">
            <a:schemeClr val="accent1"/>
          </a:fillRef>
          <a:effectRef idx="0">
            <a:schemeClr val="accent1"/>
          </a:effectRef>
          <a:fontRef idx="minor"/>
        </p:style>
        <p:txBody>
          <a:bodyPr/>
          <a:lstStyle/>
          <a:p>
            <a:endParaRPr lang="fr-FR"/>
          </a:p>
        </p:txBody>
      </p:sp>
      <p:sp>
        <p:nvSpPr>
          <p:cNvPr id="238" name="ZoneTexte 41"/>
          <p:cNvSpPr/>
          <p:nvPr/>
        </p:nvSpPr>
        <p:spPr>
          <a:xfrm>
            <a:off x="4344120" y="5960520"/>
            <a:ext cx="1298160" cy="2570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buNone/>
            </a:pPr>
            <a:r>
              <a:rPr lang="fr-FR" sz="1100" b="0" strike="noStrike" spc="-1">
                <a:solidFill>
                  <a:srgbClr val="000000"/>
                </a:solidFill>
                <a:latin typeface="Calibri"/>
              </a:rPr>
              <a:t>premier-&gt;suiv-&gt;suiv</a:t>
            </a:r>
            <a:endParaRPr lang="fr-FR" sz="1100" b="0" strike="noStrike" spc="-1">
              <a:latin typeface="Arial"/>
            </a:endParaRPr>
          </a:p>
        </p:txBody>
      </p:sp>
    </p:spTree>
  </p:cSld>
  <p:clrMapOvr>
    <a:masterClrMapping/>
  </p:clrMapOvr>
  <p:timing>
    <p:tnLst>
      <p:par>
        <p:cTn id="1" dur="indefinite" restart="never" nodeType="tmRoot">
          <p:childTnLst>
            <p:seq>
              <p:cTn id="2" dur="indefinite" nodeType="mainSeq">
                <p:childTnLst>
                  <p:par>
                    <p:cTn id="3" fill="hold">
                      <p:stCondLst>
                        <p:cond delay="0"/>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31"/>
                                        </p:tgtEl>
                                        <p:attrNameLst>
                                          <p:attrName>style.visibility</p:attrName>
                                        </p:attrNameLst>
                                      </p:cBhvr>
                                      <p:to>
                                        <p:strVal val="visible"/>
                                      </p:to>
                                    </p:set>
                                    <p:animEffect transition="in" filter="wipe(left)">
                                      <p:cBhvr additive="repl">
                                        <p:cTn id="7" dur="500"/>
                                        <p:tgtEl>
                                          <p:spTgt spid="231"/>
                                        </p:tgtEl>
                                      </p:cBhvr>
                                    </p:animEffect>
                                  </p:childTnLst>
                                </p:cTn>
                              </p:par>
                              <p:par>
                                <p:cTn id="8" presetID="22" presetClass="entr" presetSubtype="8" fill="hold" nodeType="withEffect">
                                  <p:stCondLst>
                                    <p:cond delay="500"/>
                                  </p:stCondLst>
                                  <p:childTnLst>
                                    <p:set>
                                      <p:cBhvr>
                                        <p:cTn id="9" dur="1" fill="hold">
                                          <p:stCondLst>
                                            <p:cond delay="0"/>
                                          </p:stCondLst>
                                        </p:cTn>
                                        <p:tgtEl>
                                          <p:spTgt spid="213"/>
                                        </p:tgtEl>
                                        <p:attrNameLst>
                                          <p:attrName>style.visibility</p:attrName>
                                        </p:attrNameLst>
                                      </p:cBhvr>
                                      <p:to>
                                        <p:strVal val="visible"/>
                                      </p:to>
                                    </p:set>
                                    <p:animEffect transition="in" filter="wipe(left)">
                                      <p:cBhvr additive="repl">
                                        <p:cTn id="10" dur="1000"/>
                                        <p:tgtEl>
                                          <p:spTgt spid="213"/>
                                        </p:tgtEl>
                                      </p:cBhvr>
                                    </p:animEffect>
                                  </p:childTnLst>
                                </p:cTn>
                              </p:par>
                              <p:par>
                                <p:cTn id="11" presetID="22" presetClass="entr" presetSubtype="8" fill="hold" nodeType="withEffect">
                                  <p:stCondLst>
                                    <p:cond delay="1000"/>
                                  </p:stCondLst>
                                  <p:childTnLst>
                                    <p:set>
                                      <p:cBhvr>
                                        <p:cTn id="12" dur="1" fill="hold">
                                          <p:stCondLst>
                                            <p:cond delay="0"/>
                                          </p:stCondLst>
                                        </p:cTn>
                                        <p:tgtEl>
                                          <p:spTgt spid="214"/>
                                        </p:tgtEl>
                                        <p:attrNameLst>
                                          <p:attrName>style.visibility</p:attrName>
                                        </p:attrNameLst>
                                      </p:cBhvr>
                                      <p:to>
                                        <p:strVal val="visible"/>
                                      </p:to>
                                    </p:set>
                                    <p:animEffect transition="in" filter="wipe(left)">
                                      <p:cBhvr additive="repl">
                                        <p:cTn id="13" dur="1000"/>
                                        <p:tgtEl>
                                          <p:spTgt spid="214"/>
                                        </p:tgtEl>
                                      </p:cBhvr>
                                    </p:animEffect>
                                  </p:childTnLst>
                                </p:cTn>
                              </p:par>
                              <p:par>
                                <p:cTn id="14" presetID="22" presetClass="entr" presetSubtype="8" fill="hold" nodeType="withEffect">
                                  <p:stCondLst>
                                    <p:cond delay="1500"/>
                                  </p:stCondLst>
                                  <p:childTnLst>
                                    <p:set>
                                      <p:cBhvr>
                                        <p:cTn id="15" dur="1" fill="hold">
                                          <p:stCondLst>
                                            <p:cond delay="0"/>
                                          </p:stCondLst>
                                        </p:cTn>
                                        <p:tgtEl>
                                          <p:spTgt spid="215"/>
                                        </p:tgtEl>
                                        <p:attrNameLst>
                                          <p:attrName>style.visibility</p:attrName>
                                        </p:attrNameLst>
                                      </p:cBhvr>
                                      <p:to>
                                        <p:strVal val="visible"/>
                                      </p:to>
                                    </p:set>
                                    <p:animEffect transition="in" filter="wipe(left)">
                                      <p:cBhvr additive="repl">
                                        <p:cTn id="16" dur="1000"/>
                                        <p:tgtEl>
                                          <p:spTgt spid="215"/>
                                        </p:tgtEl>
                                      </p:cBhvr>
                                    </p:animEffect>
                                  </p:childTnLst>
                                </p:cTn>
                              </p:par>
                              <p:par>
                                <p:cTn id="17" presetID="22" presetClass="entr" presetSubtype="8" fill="hold" nodeType="withEffect">
                                  <p:stCondLst>
                                    <p:cond delay="2000"/>
                                  </p:stCondLst>
                                  <p:childTnLst>
                                    <p:set>
                                      <p:cBhvr>
                                        <p:cTn id="18" dur="1" fill="hold">
                                          <p:stCondLst>
                                            <p:cond delay="0"/>
                                          </p:stCondLst>
                                        </p:cTn>
                                        <p:tgtEl>
                                          <p:spTgt spid="216"/>
                                        </p:tgtEl>
                                        <p:attrNameLst>
                                          <p:attrName>style.visibility</p:attrName>
                                        </p:attrNameLst>
                                      </p:cBhvr>
                                      <p:to>
                                        <p:strVal val="visible"/>
                                      </p:to>
                                    </p:set>
                                    <p:animEffect transition="in" filter="wipe(left)">
                                      <p:cBhvr additive="repl">
                                        <p:cTn id="19" dur="1000"/>
                                        <p:tgtEl>
                                          <p:spTgt spid="216"/>
                                        </p:tgtEl>
                                      </p:cBhvr>
                                    </p:animEffect>
                                  </p:childTnLst>
                                </p:cTn>
                              </p:par>
                              <p:par>
                                <p:cTn id="20" presetID="22" presetClass="entr" presetSubtype="2" fill="hold" nodeType="withEffect">
                                  <p:stCondLst>
                                    <p:cond delay="2500"/>
                                  </p:stCondLst>
                                  <p:childTnLst>
                                    <p:set>
                                      <p:cBhvr>
                                        <p:cTn id="21" dur="1" fill="hold">
                                          <p:stCondLst>
                                            <p:cond delay="0"/>
                                          </p:stCondLst>
                                        </p:cTn>
                                        <p:tgtEl>
                                          <p:spTgt spid="217"/>
                                        </p:tgtEl>
                                        <p:attrNameLst>
                                          <p:attrName>style.visibility</p:attrName>
                                        </p:attrNameLst>
                                      </p:cBhvr>
                                      <p:to>
                                        <p:strVal val="visible"/>
                                      </p:to>
                                    </p:set>
                                    <p:animEffect transition="in" filter="wipe(right)">
                                      <p:cBhvr additive="repl">
                                        <p:cTn id="22" dur="1000"/>
                                        <p:tgtEl>
                                          <p:spTgt spid="21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32"/>
                                        </p:tgtEl>
                                        <p:attrNameLst>
                                          <p:attrName>style.visibility</p:attrName>
                                        </p:attrNameLst>
                                      </p:cBhvr>
                                      <p:to>
                                        <p:strVal val="visible"/>
                                      </p:to>
                                    </p:set>
                                    <p:animEffect transition="in" filter="wipe(left)">
                                      <p:cBhvr additive="repl">
                                        <p:cTn id="27" dur="500"/>
                                        <p:tgtEl>
                                          <p:spTgt spid="232"/>
                                        </p:tgtEl>
                                      </p:cBhvr>
                                    </p:animEffect>
                                  </p:childTnLst>
                                </p:cTn>
                              </p:par>
                              <p:par>
                                <p:cTn id="28" presetID="22" presetClass="entr" presetSubtype="8" fill="hold" nodeType="withEffect">
                                  <p:stCondLst>
                                    <p:cond delay="500"/>
                                  </p:stCondLst>
                                  <p:childTnLst>
                                    <p:set>
                                      <p:cBhvr>
                                        <p:cTn id="29" dur="1" fill="hold">
                                          <p:stCondLst>
                                            <p:cond delay="0"/>
                                          </p:stCondLst>
                                        </p:cTn>
                                        <p:tgtEl>
                                          <p:spTgt spid="218"/>
                                        </p:tgtEl>
                                        <p:attrNameLst>
                                          <p:attrName>style.visibility</p:attrName>
                                        </p:attrNameLst>
                                      </p:cBhvr>
                                      <p:to>
                                        <p:strVal val="visible"/>
                                      </p:to>
                                    </p:set>
                                    <p:animEffect transition="in" filter="wipe(left)">
                                      <p:cBhvr additive="repl">
                                        <p:cTn id="30" dur="500"/>
                                        <p:tgtEl>
                                          <p:spTgt spid="218"/>
                                        </p:tgtEl>
                                      </p:cBhvr>
                                    </p:animEffect>
                                  </p:childTnLst>
                                </p:cTn>
                              </p:par>
                              <p:par>
                                <p:cTn id="31" presetID="10" presetClass="entr" fill="hold" nodeType="withEffect">
                                  <p:stCondLst>
                                    <p:cond delay="0"/>
                                  </p:stCondLst>
                                  <p:childTnLst>
                                    <p:set>
                                      <p:cBhvr>
                                        <p:cTn id="32" dur="1" fill="hold">
                                          <p:stCondLst>
                                            <p:cond delay="0"/>
                                          </p:stCondLst>
                                        </p:cTn>
                                        <p:tgtEl>
                                          <p:spTgt spid="221"/>
                                        </p:tgtEl>
                                        <p:attrNameLst>
                                          <p:attrName>style.visibility</p:attrName>
                                        </p:attrNameLst>
                                      </p:cBhvr>
                                      <p:to>
                                        <p:strVal val="visible"/>
                                      </p:to>
                                    </p:set>
                                    <p:animEffect transition="in" filter="fade">
                                      <p:cBhvr additive="repl">
                                        <p:cTn id="33" dur="500"/>
                                        <p:tgtEl>
                                          <p:spTgt spid="221"/>
                                        </p:tgtEl>
                                      </p:cBhvr>
                                    </p:animEffect>
                                  </p:childTnLst>
                                </p:cTn>
                              </p:par>
                              <p:par>
                                <p:cTn id="34" presetID="10" presetClass="entr" fill="hold" nodeType="withEffect">
                                  <p:stCondLst>
                                    <p:cond delay="0"/>
                                  </p:stCondLst>
                                  <p:childTnLst>
                                    <p:set>
                                      <p:cBhvr>
                                        <p:cTn id="35" dur="1" fill="hold">
                                          <p:stCondLst>
                                            <p:cond delay="0"/>
                                          </p:stCondLst>
                                        </p:cTn>
                                        <p:tgtEl>
                                          <p:spTgt spid="222"/>
                                        </p:tgtEl>
                                        <p:attrNameLst>
                                          <p:attrName>style.visibility</p:attrName>
                                        </p:attrNameLst>
                                      </p:cBhvr>
                                      <p:to>
                                        <p:strVal val="visible"/>
                                      </p:to>
                                    </p:set>
                                    <p:animEffect transition="in" filter="fade">
                                      <p:cBhvr additive="repl">
                                        <p:cTn id="36" dur="500"/>
                                        <p:tgtEl>
                                          <p:spTgt spid="222"/>
                                        </p:tgtEl>
                                      </p:cBhvr>
                                    </p:animEffect>
                                  </p:childTnLst>
                                </p:cTn>
                              </p:par>
                              <p:par>
                                <p:cTn id="37" presetID="22" presetClass="entr" presetSubtype="8" fill="hold" nodeType="withEffect">
                                  <p:stCondLst>
                                    <p:cond delay="1000"/>
                                  </p:stCondLst>
                                  <p:childTnLst>
                                    <p:set>
                                      <p:cBhvr>
                                        <p:cTn id="38" dur="1" fill="hold">
                                          <p:stCondLst>
                                            <p:cond delay="0"/>
                                          </p:stCondLst>
                                        </p:cTn>
                                        <p:tgtEl>
                                          <p:spTgt spid="219"/>
                                        </p:tgtEl>
                                        <p:attrNameLst>
                                          <p:attrName>style.visibility</p:attrName>
                                        </p:attrNameLst>
                                      </p:cBhvr>
                                      <p:to>
                                        <p:strVal val="visible"/>
                                      </p:to>
                                    </p:set>
                                    <p:animEffect transition="in" filter="wipe(left)">
                                      <p:cBhvr additive="repl">
                                        <p:cTn id="39" dur="500"/>
                                        <p:tgtEl>
                                          <p:spTgt spid="219"/>
                                        </p:tgtEl>
                                      </p:cBhvr>
                                    </p:animEffect>
                                  </p:childTnLst>
                                </p:cTn>
                              </p:par>
                              <p:par>
                                <p:cTn id="40" presetID="22" presetClass="entr" presetSubtype="2" fill="hold" nodeType="withEffect">
                                  <p:stCondLst>
                                    <p:cond delay="1500"/>
                                  </p:stCondLst>
                                  <p:childTnLst>
                                    <p:set>
                                      <p:cBhvr>
                                        <p:cTn id="41" dur="1" fill="hold">
                                          <p:stCondLst>
                                            <p:cond delay="0"/>
                                          </p:stCondLst>
                                        </p:cTn>
                                        <p:tgtEl>
                                          <p:spTgt spid="220"/>
                                        </p:tgtEl>
                                        <p:attrNameLst>
                                          <p:attrName>style.visibility</p:attrName>
                                        </p:attrNameLst>
                                      </p:cBhvr>
                                      <p:to>
                                        <p:strVal val="visible"/>
                                      </p:to>
                                    </p:set>
                                    <p:animEffect transition="in" filter="wipe(right)">
                                      <p:cBhvr additive="repl">
                                        <p:cTn id="42" dur="500"/>
                                        <p:tgtEl>
                                          <p:spTgt spid="220"/>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233"/>
                                        </p:tgtEl>
                                        <p:attrNameLst>
                                          <p:attrName>style.visibility</p:attrName>
                                        </p:attrNameLst>
                                      </p:cBhvr>
                                      <p:to>
                                        <p:strVal val="visible"/>
                                      </p:to>
                                    </p:set>
                                    <p:animEffect transition="in" filter="wipe(left)">
                                      <p:cBhvr additive="repl">
                                        <p:cTn id="47" dur="500"/>
                                        <p:tgtEl>
                                          <p:spTgt spid="233"/>
                                        </p:tgtEl>
                                      </p:cBhvr>
                                    </p:animEffect>
                                  </p:childTnLst>
                                </p:cTn>
                              </p:par>
                              <p:par>
                                <p:cTn id="48" presetID="22" presetClass="entr" presetSubtype="8" fill="hold" nodeType="withEffect">
                                  <p:stCondLst>
                                    <p:cond delay="0"/>
                                  </p:stCondLst>
                                  <p:childTnLst>
                                    <p:set>
                                      <p:cBhvr>
                                        <p:cTn id="49" dur="1" fill="hold">
                                          <p:stCondLst>
                                            <p:cond delay="0"/>
                                          </p:stCondLst>
                                        </p:cTn>
                                        <p:tgtEl>
                                          <p:spTgt spid="225"/>
                                        </p:tgtEl>
                                        <p:attrNameLst>
                                          <p:attrName>style.visibility</p:attrName>
                                        </p:attrNameLst>
                                      </p:cBhvr>
                                      <p:to>
                                        <p:strVal val="visible"/>
                                      </p:to>
                                    </p:set>
                                    <p:animEffect transition="in" filter="wipe(left)">
                                      <p:cBhvr additive="repl">
                                        <p:cTn id="50" dur="500"/>
                                        <p:tgtEl>
                                          <p:spTgt spid="225"/>
                                        </p:tgtEl>
                                      </p:cBhvr>
                                    </p:animEffect>
                                  </p:childTnLst>
                                </p:cTn>
                              </p:par>
                              <p:par>
                                <p:cTn id="51" presetID="22" presetClass="entr" presetSubtype="2" fill="hold" nodeType="withEffect">
                                  <p:stCondLst>
                                    <p:cond delay="500"/>
                                  </p:stCondLst>
                                  <p:childTnLst>
                                    <p:set>
                                      <p:cBhvr>
                                        <p:cTn id="52" dur="1" fill="hold">
                                          <p:stCondLst>
                                            <p:cond delay="0"/>
                                          </p:stCondLst>
                                        </p:cTn>
                                        <p:tgtEl>
                                          <p:spTgt spid="226"/>
                                        </p:tgtEl>
                                        <p:attrNameLst>
                                          <p:attrName>style.visibility</p:attrName>
                                        </p:attrNameLst>
                                      </p:cBhvr>
                                      <p:to>
                                        <p:strVal val="visible"/>
                                      </p:to>
                                    </p:set>
                                    <p:animEffect transition="in" filter="wipe(right)">
                                      <p:cBhvr additive="repl">
                                        <p:cTn id="53" dur="500"/>
                                        <p:tgtEl>
                                          <p:spTgt spid="226"/>
                                        </p:tgtEl>
                                      </p:cBhvr>
                                    </p:animEffect>
                                  </p:childTnLst>
                                </p:cTn>
                              </p:par>
                              <p:par>
                                <p:cTn id="54" presetID="22" presetClass="entr" presetSubtype="2" fill="hold" nodeType="withEffect">
                                  <p:stCondLst>
                                    <p:cond delay="500"/>
                                  </p:stCondLst>
                                  <p:childTnLst>
                                    <p:set>
                                      <p:cBhvr>
                                        <p:cTn id="55" dur="1" fill="hold">
                                          <p:stCondLst>
                                            <p:cond delay="0"/>
                                          </p:stCondLst>
                                        </p:cTn>
                                        <p:tgtEl>
                                          <p:spTgt spid="224"/>
                                        </p:tgtEl>
                                        <p:attrNameLst>
                                          <p:attrName>style.visibility</p:attrName>
                                        </p:attrNameLst>
                                      </p:cBhvr>
                                      <p:to>
                                        <p:strVal val="visible"/>
                                      </p:to>
                                    </p:set>
                                    <p:animEffect transition="in" filter="wipe(right)">
                                      <p:cBhvr additive="repl">
                                        <p:cTn id="56" dur="500"/>
                                        <p:tgtEl>
                                          <p:spTgt spid="224"/>
                                        </p:tgtEl>
                                      </p:cBhvr>
                                    </p:animEffect>
                                  </p:childTnLst>
                                </p:cTn>
                              </p:par>
                              <p:par>
                                <p:cTn id="57" presetID="22" presetClass="entr" presetSubtype="2" fill="hold" nodeType="withEffect">
                                  <p:stCondLst>
                                    <p:cond delay="500"/>
                                  </p:stCondLst>
                                  <p:childTnLst>
                                    <p:set>
                                      <p:cBhvr>
                                        <p:cTn id="58" dur="1" fill="hold">
                                          <p:stCondLst>
                                            <p:cond delay="0"/>
                                          </p:stCondLst>
                                        </p:cTn>
                                        <p:tgtEl>
                                          <p:spTgt spid="234"/>
                                        </p:tgtEl>
                                        <p:attrNameLst>
                                          <p:attrName>style.visibility</p:attrName>
                                        </p:attrNameLst>
                                      </p:cBhvr>
                                      <p:to>
                                        <p:strVal val="visible"/>
                                      </p:to>
                                    </p:set>
                                    <p:animEffect transition="in" filter="wipe(right)">
                                      <p:cBhvr additive="repl">
                                        <p:cTn id="59" dur="500"/>
                                        <p:tgtEl>
                                          <p:spTgt spid="234"/>
                                        </p:tgtEl>
                                      </p:cBhvr>
                                    </p:animEffect>
                                  </p:childTnLst>
                                </p:cTn>
                              </p:par>
                              <p:par>
                                <p:cTn id="60" presetID="22" presetClass="entr" presetSubtype="8" fill="hold" nodeType="withEffect">
                                  <p:stCondLst>
                                    <p:cond delay="500"/>
                                  </p:stCondLst>
                                  <p:childTnLst>
                                    <p:set>
                                      <p:cBhvr>
                                        <p:cTn id="61" dur="1" fill="hold">
                                          <p:stCondLst>
                                            <p:cond delay="0"/>
                                          </p:stCondLst>
                                        </p:cTn>
                                        <p:tgtEl>
                                          <p:spTgt spid="223"/>
                                        </p:tgtEl>
                                        <p:attrNameLst>
                                          <p:attrName>style.visibility</p:attrName>
                                        </p:attrNameLst>
                                      </p:cBhvr>
                                      <p:to>
                                        <p:strVal val="visible"/>
                                      </p:to>
                                    </p:set>
                                    <p:animEffect transition="in" filter="wipe(left)">
                                      <p:cBhvr additive="repl">
                                        <p:cTn id="62" dur="500"/>
                                        <p:tgtEl>
                                          <p:spTgt spid="2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BC70F3-E1F6-5B8C-E84D-1756BAA8584B}"/>
            </a:ext>
          </a:extLst>
        </p:cNvPr>
        <p:cNvGrpSpPr/>
        <p:nvPr/>
      </p:nvGrpSpPr>
      <p:grpSpPr>
        <a:xfrm>
          <a:off x="0" y="0"/>
          <a:ext cx="0" cy="0"/>
          <a:chOff x="0" y="0"/>
          <a:chExt cx="0" cy="0"/>
        </a:xfrm>
      </p:grpSpPr>
      <p:sp>
        <p:nvSpPr>
          <p:cNvPr id="205" name="PlaceHolder 1">
            <a:extLst>
              <a:ext uri="{FF2B5EF4-FFF2-40B4-BE49-F238E27FC236}">
                <a16:creationId xmlns:a16="http://schemas.microsoft.com/office/drawing/2014/main" id="{BDC2D6EF-2549-F8B9-0C3C-4335D14298EB}"/>
              </a:ext>
            </a:extLst>
          </p:cNvPr>
          <p:cNvSpPr>
            <a:spLocks noGrp="1"/>
          </p:cNvSpPr>
          <p:nvPr>
            <p:ph type="title"/>
          </p:nvPr>
        </p:nvSpPr>
        <p:spPr>
          <a:xfrm>
            <a:off x="838080" y="291600"/>
            <a:ext cx="10515240" cy="1325160"/>
          </a:xfrm>
          <a:prstGeom prst="rect">
            <a:avLst/>
          </a:prstGeom>
          <a:noFill/>
          <a:ln w="0">
            <a:noFill/>
          </a:ln>
        </p:spPr>
        <p:txBody>
          <a:bodyPr anchor="ctr">
            <a:noAutofit/>
          </a:bodyPr>
          <a:lstStyle/>
          <a:p>
            <a:pPr>
              <a:lnSpc>
                <a:spcPct val="90000"/>
              </a:lnSpc>
              <a:buNone/>
            </a:pPr>
            <a:r>
              <a:rPr lang="fr-FR" sz="4400" b="1" strike="noStrike" spc="-1">
                <a:solidFill>
                  <a:srgbClr val="3C56AF"/>
                </a:solidFill>
                <a:latin typeface="HK Grotesk"/>
              </a:rPr>
              <a:t>Suppression de 3 pièces</a:t>
            </a:r>
            <a:endParaRPr lang="fr-FR" sz="4400" b="0" strike="noStrike" spc="-1">
              <a:solidFill>
                <a:srgbClr val="000000"/>
              </a:solidFill>
              <a:latin typeface="Calibri"/>
            </a:endParaRPr>
          </a:p>
        </p:txBody>
      </p:sp>
      <p:sp>
        <p:nvSpPr>
          <p:cNvPr id="207" name="Rectangle 7">
            <a:extLst>
              <a:ext uri="{FF2B5EF4-FFF2-40B4-BE49-F238E27FC236}">
                <a16:creationId xmlns:a16="http://schemas.microsoft.com/office/drawing/2014/main" id="{B8B6481A-2235-A92A-D2E6-F289C81A6224}"/>
              </a:ext>
            </a:extLst>
          </p:cNvPr>
          <p:cNvSpPr/>
          <p:nvPr/>
        </p:nvSpPr>
        <p:spPr>
          <a:xfrm>
            <a:off x="3485160" y="3984120"/>
            <a:ext cx="719640" cy="719640"/>
          </a:xfrm>
          <a:prstGeom prst="rect">
            <a:avLst/>
          </a:prstGeom>
          <a:solidFill>
            <a:srgbClr val="4472C4"/>
          </a:solidFill>
          <a:ln>
            <a:noFill/>
          </a:ln>
        </p:spPr>
        <p:style>
          <a:lnRef idx="2">
            <a:schemeClr val="accent1">
              <a:shade val="15000"/>
            </a:schemeClr>
          </a:lnRef>
          <a:fillRef idx="1">
            <a:schemeClr val="accent1"/>
          </a:fillRef>
          <a:effectRef idx="0">
            <a:schemeClr val="accent1"/>
          </a:effectRef>
          <a:fontRef idx="minor"/>
        </p:style>
        <p:txBody>
          <a:bodyPr/>
          <a:lstStyle/>
          <a:p>
            <a:endParaRPr lang="fr-FR"/>
          </a:p>
        </p:txBody>
      </p:sp>
      <p:sp>
        <p:nvSpPr>
          <p:cNvPr id="208" name="Rectangle 8">
            <a:extLst>
              <a:ext uri="{FF2B5EF4-FFF2-40B4-BE49-F238E27FC236}">
                <a16:creationId xmlns:a16="http://schemas.microsoft.com/office/drawing/2014/main" id="{3F254FE4-D939-B52B-8871-4C53EAE5D9EB}"/>
              </a:ext>
            </a:extLst>
          </p:cNvPr>
          <p:cNvSpPr/>
          <p:nvPr/>
        </p:nvSpPr>
        <p:spPr>
          <a:xfrm>
            <a:off x="4653000" y="3979080"/>
            <a:ext cx="719640" cy="719640"/>
          </a:xfrm>
          <a:prstGeom prst="rect">
            <a:avLst/>
          </a:prstGeom>
          <a:solidFill>
            <a:srgbClr val="E82E00"/>
          </a:solidFill>
          <a:ln>
            <a:noFill/>
          </a:ln>
        </p:spPr>
        <p:style>
          <a:lnRef idx="2">
            <a:schemeClr val="accent1">
              <a:shade val="15000"/>
            </a:schemeClr>
          </a:lnRef>
          <a:fillRef idx="1">
            <a:schemeClr val="accent1"/>
          </a:fillRef>
          <a:effectRef idx="0">
            <a:schemeClr val="accent1"/>
          </a:effectRef>
          <a:fontRef idx="minor"/>
        </p:style>
        <p:txBody>
          <a:bodyPr/>
          <a:lstStyle/>
          <a:p>
            <a:endParaRPr lang="fr-FR"/>
          </a:p>
        </p:txBody>
      </p:sp>
      <p:sp>
        <p:nvSpPr>
          <p:cNvPr id="209" name="Ellipse 9">
            <a:extLst>
              <a:ext uri="{FF2B5EF4-FFF2-40B4-BE49-F238E27FC236}">
                <a16:creationId xmlns:a16="http://schemas.microsoft.com/office/drawing/2014/main" id="{F68D475C-51E7-5EF2-95A1-B835E6A57F03}"/>
              </a:ext>
            </a:extLst>
          </p:cNvPr>
          <p:cNvSpPr/>
          <p:nvPr/>
        </p:nvSpPr>
        <p:spPr>
          <a:xfrm>
            <a:off x="5821200" y="3979080"/>
            <a:ext cx="719640" cy="719640"/>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a:lstStyle/>
          <a:p>
            <a:endParaRPr lang="fr-FR"/>
          </a:p>
        </p:txBody>
      </p:sp>
      <p:sp>
        <p:nvSpPr>
          <p:cNvPr id="210" name="Triangle 10">
            <a:extLst>
              <a:ext uri="{FF2B5EF4-FFF2-40B4-BE49-F238E27FC236}">
                <a16:creationId xmlns:a16="http://schemas.microsoft.com/office/drawing/2014/main" id="{73AC528E-F56A-2611-34BE-DDE66571AB83}"/>
              </a:ext>
            </a:extLst>
          </p:cNvPr>
          <p:cNvSpPr/>
          <p:nvPr/>
        </p:nvSpPr>
        <p:spPr>
          <a:xfrm>
            <a:off x="6899040" y="3979080"/>
            <a:ext cx="835920" cy="719640"/>
          </a:xfrm>
          <a:prstGeom prst="triangle">
            <a:avLst>
              <a:gd name="adj" fmla="val 50000"/>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a:lstStyle/>
          <a:p>
            <a:endParaRPr lang="fr-FR"/>
          </a:p>
        </p:txBody>
      </p:sp>
      <p:sp>
        <p:nvSpPr>
          <p:cNvPr id="211" name="Rectangle 11">
            <a:extLst>
              <a:ext uri="{FF2B5EF4-FFF2-40B4-BE49-F238E27FC236}">
                <a16:creationId xmlns:a16="http://schemas.microsoft.com/office/drawing/2014/main" id="{6DFFBDCB-9792-2A4B-FAB9-B8A19AC297D1}"/>
              </a:ext>
            </a:extLst>
          </p:cNvPr>
          <p:cNvSpPr/>
          <p:nvPr/>
        </p:nvSpPr>
        <p:spPr>
          <a:xfrm>
            <a:off x="8180640" y="3979080"/>
            <a:ext cx="719640" cy="71964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p:style>
        <p:txBody>
          <a:bodyPr/>
          <a:lstStyle/>
          <a:p>
            <a:endParaRPr lang="fr-FR"/>
          </a:p>
        </p:txBody>
      </p:sp>
      <p:sp>
        <p:nvSpPr>
          <p:cNvPr id="212" name="ZoneTexte 13">
            <a:extLst>
              <a:ext uri="{FF2B5EF4-FFF2-40B4-BE49-F238E27FC236}">
                <a16:creationId xmlns:a16="http://schemas.microsoft.com/office/drawing/2014/main" id="{C8620B9C-0E64-37CB-2CB2-B65D0DFE96ED}"/>
              </a:ext>
            </a:extLst>
          </p:cNvPr>
          <p:cNvSpPr/>
          <p:nvPr/>
        </p:nvSpPr>
        <p:spPr>
          <a:xfrm>
            <a:off x="887760" y="1747080"/>
            <a:ext cx="7860600" cy="638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buNone/>
            </a:pPr>
            <a:r>
              <a:rPr lang="fr-FR" sz="1800" b="1" strike="noStrike" spc="-1">
                <a:solidFill>
                  <a:srgbClr val="000000"/>
                </a:solidFill>
                <a:latin typeface="Calibri"/>
              </a:rPr>
              <a:t>Principe</a:t>
            </a:r>
            <a:br>
              <a:rPr sz="1800"/>
            </a:br>
            <a:r>
              <a:rPr lang="fr-FR" sz="1800" b="0" strike="noStrike" spc="-1">
                <a:solidFill>
                  <a:srgbClr val="000000"/>
                </a:solidFill>
                <a:latin typeface="Calibri"/>
              </a:rPr>
              <a:t>Après avoir insérer à gauche par exemple, on se retrouve dans cette configuration :</a:t>
            </a:r>
            <a:endParaRPr lang="fr-FR" sz="1800" b="0" strike="noStrike" spc="-1">
              <a:latin typeface="Arial"/>
            </a:endParaRPr>
          </a:p>
        </p:txBody>
      </p:sp>
      <p:sp>
        <p:nvSpPr>
          <p:cNvPr id="213" name="Connecteur droit avec flèche 16">
            <a:extLst>
              <a:ext uri="{FF2B5EF4-FFF2-40B4-BE49-F238E27FC236}">
                <a16:creationId xmlns:a16="http://schemas.microsoft.com/office/drawing/2014/main" id="{1C0180AB-0087-CC1B-25E4-3B4E8DA4121A}"/>
              </a:ext>
            </a:extLst>
          </p:cNvPr>
          <p:cNvSpPr/>
          <p:nvPr/>
        </p:nvSpPr>
        <p:spPr>
          <a:xfrm flipV="1">
            <a:off x="4205160" y="4338360"/>
            <a:ext cx="447480" cy="4680"/>
          </a:xfrm>
          <a:custGeom>
            <a:avLst/>
            <a:gdLst/>
            <a:ahLst/>
            <a:cxnLst/>
            <a:rect l="l" t="t" r="r" b="b"/>
            <a:pathLst>
              <a:path w="21600" h="21600">
                <a:moveTo>
                  <a:pt x="0" y="0"/>
                </a:moveTo>
                <a:lnTo>
                  <a:pt x="21600" y="21600"/>
                </a:lnTo>
              </a:path>
            </a:pathLst>
          </a:custGeom>
          <a:noFill/>
          <a:ln w="38100">
            <a:solidFill>
              <a:srgbClr val="4472C4"/>
            </a:solidFill>
            <a:tailEnd type="triangle" w="med" len="med"/>
          </a:ln>
        </p:spPr>
        <p:style>
          <a:lnRef idx="1">
            <a:schemeClr val="accent1"/>
          </a:lnRef>
          <a:fillRef idx="0">
            <a:schemeClr val="accent1"/>
          </a:fillRef>
          <a:effectRef idx="0">
            <a:schemeClr val="accent1"/>
          </a:effectRef>
          <a:fontRef idx="minor"/>
        </p:style>
        <p:txBody>
          <a:bodyPr/>
          <a:lstStyle/>
          <a:p>
            <a:endParaRPr lang="fr-FR"/>
          </a:p>
        </p:txBody>
      </p:sp>
      <p:sp>
        <p:nvSpPr>
          <p:cNvPr id="214" name="Connecteur droit avec flèche 17">
            <a:extLst>
              <a:ext uri="{FF2B5EF4-FFF2-40B4-BE49-F238E27FC236}">
                <a16:creationId xmlns:a16="http://schemas.microsoft.com/office/drawing/2014/main" id="{3FC4F523-FB66-4FA2-BF28-3CBD8BD199DF}"/>
              </a:ext>
            </a:extLst>
          </p:cNvPr>
          <p:cNvSpPr/>
          <p:nvPr/>
        </p:nvSpPr>
        <p:spPr>
          <a:xfrm flipV="1">
            <a:off x="5371920" y="4338360"/>
            <a:ext cx="447480" cy="4680"/>
          </a:xfrm>
          <a:custGeom>
            <a:avLst/>
            <a:gdLst/>
            <a:ahLst/>
            <a:cxnLst/>
            <a:rect l="l" t="t" r="r" b="b"/>
            <a:pathLst>
              <a:path w="21600" h="21600">
                <a:moveTo>
                  <a:pt x="0" y="0"/>
                </a:moveTo>
                <a:lnTo>
                  <a:pt x="21600" y="21600"/>
                </a:lnTo>
              </a:path>
            </a:pathLst>
          </a:custGeom>
          <a:noFill/>
          <a:ln w="38100">
            <a:solidFill>
              <a:srgbClr val="4472C4"/>
            </a:solidFill>
            <a:tailEnd type="triangle" w="med" len="med"/>
          </a:ln>
        </p:spPr>
        <p:style>
          <a:lnRef idx="1">
            <a:schemeClr val="accent1"/>
          </a:lnRef>
          <a:fillRef idx="0">
            <a:schemeClr val="accent1"/>
          </a:fillRef>
          <a:effectRef idx="0">
            <a:schemeClr val="accent1"/>
          </a:effectRef>
          <a:fontRef idx="minor"/>
        </p:style>
        <p:txBody>
          <a:bodyPr/>
          <a:lstStyle/>
          <a:p>
            <a:endParaRPr lang="fr-FR"/>
          </a:p>
        </p:txBody>
      </p:sp>
      <p:sp>
        <p:nvSpPr>
          <p:cNvPr id="215" name="Connecteur droit avec flèche 18">
            <a:extLst>
              <a:ext uri="{FF2B5EF4-FFF2-40B4-BE49-F238E27FC236}">
                <a16:creationId xmlns:a16="http://schemas.microsoft.com/office/drawing/2014/main" id="{4B01DBE9-6330-64DE-A315-84F668B02F0A}"/>
              </a:ext>
            </a:extLst>
          </p:cNvPr>
          <p:cNvSpPr/>
          <p:nvPr/>
        </p:nvSpPr>
        <p:spPr>
          <a:xfrm>
            <a:off x="6538680" y="4334400"/>
            <a:ext cx="568800" cy="4680"/>
          </a:xfrm>
          <a:custGeom>
            <a:avLst/>
            <a:gdLst/>
            <a:ahLst/>
            <a:cxnLst/>
            <a:rect l="l" t="t" r="r" b="b"/>
            <a:pathLst>
              <a:path w="21600" h="21600">
                <a:moveTo>
                  <a:pt x="0" y="0"/>
                </a:moveTo>
                <a:lnTo>
                  <a:pt x="21600" y="21600"/>
                </a:lnTo>
              </a:path>
            </a:pathLst>
          </a:custGeom>
          <a:noFill/>
          <a:ln w="38100">
            <a:solidFill>
              <a:srgbClr val="4472C4"/>
            </a:solidFill>
            <a:tailEnd type="triangle" w="med" len="med"/>
          </a:ln>
        </p:spPr>
        <p:style>
          <a:lnRef idx="1">
            <a:schemeClr val="accent1"/>
          </a:lnRef>
          <a:fillRef idx="0">
            <a:schemeClr val="accent1"/>
          </a:fillRef>
          <a:effectRef idx="0">
            <a:schemeClr val="accent1"/>
          </a:effectRef>
          <a:fontRef idx="minor"/>
        </p:style>
        <p:txBody>
          <a:bodyPr/>
          <a:lstStyle/>
          <a:p>
            <a:endParaRPr lang="fr-FR"/>
          </a:p>
        </p:txBody>
      </p:sp>
      <p:sp>
        <p:nvSpPr>
          <p:cNvPr id="216" name="Connecteur droit avec flèche 19">
            <a:extLst>
              <a:ext uri="{FF2B5EF4-FFF2-40B4-BE49-F238E27FC236}">
                <a16:creationId xmlns:a16="http://schemas.microsoft.com/office/drawing/2014/main" id="{EB39A7EB-21B3-1787-B545-F57D24E35001}"/>
              </a:ext>
            </a:extLst>
          </p:cNvPr>
          <p:cNvSpPr/>
          <p:nvPr/>
        </p:nvSpPr>
        <p:spPr>
          <a:xfrm>
            <a:off x="7526160" y="4339080"/>
            <a:ext cx="655560" cy="360"/>
          </a:xfrm>
          <a:custGeom>
            <a:avLst/>
            <a:gdLst/>
            <a:ahLst/>
            <a:cxnLst/>
            <a:rect l="l" t="t" r="r" b="b"/>
            <a:pathLst>
              <a:path w="21600" h="21600">
                <a:moveTo>
                  <a:pt x="0" y="0"/>
                </a:moveTo>
                <a:lnTo>
                  <a:pt x="21600" y="21600"/>
                </a:lnTo>
              </a:path>
            </a:pathLst>
          </a:custGeom>
          <a:noFill/>
          <a:ln w="38100">
            <a:solidFill>
              <a:srgbClr val="4472C4"/>
            </a:solidFill>
            <a:tailEnd type="triangle" w="med" len="med"/>
          </a:ln>
        </p:spPr>
        <p:style>
          <a:lnRef idx="1">
            <a:schemeClr val="accent1"/>
          </a:lnRef>
          <a:fillRef idx="0">
            <a:schemeClr val="accent1"/>
          </a:fillRef>
          <a:effectRef idx="0">
            <a:schemeClr val="accent1"/>
          </a:effectRef>
          <a:fontRef idx="minor"/>
        </p:style>
        <p:txBody>
          <a:bodyPr/>
          <a:lstStyle/>
          <a:p>
            <a:endParaRPr lang="fr-FR"/>
          </a:p>
        </p:txBody>
      </p:sp>
      <p:sp>
        <p:nvSpPr>
          <p:cNvPr id="217" name="Connecteur en arc 24">
            <a:extLst>
              <a:ext uri="{FF2B5EF4-FFF2-40B4-BE49-F238E27FC236}">
                <a16:creationId xmlns:a16="http://schemas.microsoft.com/office/drawing/2014/main" id="{EB51663F-E140-0BDD-DF04-4950A25B40A4}"/>
              </a:ext>
            </a:extLst>
          </p:cNvPr>
          <p:cNvSpPr/>
          <p:nvPr/>
        </p:nvSpPr>
        <p:spPr>
          <a:xfrm rot="16200000" flipH="1" flipV="1">
            <a:off x="6164819" y="1649338"/>
            <a:ext cx="45719" cy="4704482"/>
          </a:xfrm>
          <a:prstGeom prst="curvedConnector3">
            <a:avLst>
              <a:gd name="adj1" fmla="val -2674888"/>
            </a:avLst>
          </a:prstGeom>
          <a:noFill/>
          <a:ln w="38100">
            <a:solidFill>
              <a:srgbClr val="4472C4"/>
            </a:solidFill>
            <a:tailEnd type="triangle" w="med" len="med"/>
          </a:ln>
        </p:spPr>
        <p:style>
          <a:lnRef idx="1">
            <a:schemeClr val="accent1"/>
          </a:lnRef>
          <a:fillRef idx="0">
            <a:schemeClr val="accent1"/>
          </a:fillRef>
          <a:effectRef idx="0">
            <a:schemeClr val="accent1"/>
          </a:effectRef>
          <a:fontRef idx="minor"/>
        </p:style>
        <p:txBody>
          <a:bodyPr/>
          <a:lstStyle/>
          <a:p>
            <a:endParaRPr lang="fr-FR"/>
          </a:p>
        </p:txBody>
      </p:sp>
      <p:sp>
        <p:nvSpPr>
          <p:cNvPr id="218" name="Connecteur en arc 36">
            <a:extLst>
              <a:ext uri="{FF2B5EF4-FFF2-40B4-BE49-F238E27FC236}">
                <a16:creationId xmlns:a16="http://schemas.microsoft.com/office/drawing/2014/main" id="{ACE2594D-7EDD-47D4-60D1-CB84382F8F8F}"/>
              </a:ext>
            </a:extLst>
          </p:cNvPr>
          <p:cNvSpPr/>
          <p:nvPr/>
        </p:nvSpPr>
        <p:spPr>
          <a:xfrm rot="5400000" flipH="1" flipV="1">
            <a:off x="4426200" y="3396960"/>
            <a:ext cx="4680" cy="1167480"/>
          </a:xfrm>
          <a:prstGeom prst="curvedConnector3">
            <a:avLst>
              <a:gd name="adj1" fmla="val 4800802"/>
            </a:avLst>
          </a:prstGeom>
          <a:noFill/>
          <a:ln w="28575">
            <a:solidFill>
              <a:srgbClr val="ED7D31"/>
            </a:solidFill>
            <a:headEnd type="triangle" w="med" len="med"/>
            <a:tailEnd type="triangle" w="med" len="med"/>
          </a:ln>
        </p:spPr>
        <p:style>
          <a:lnRef idx="3">
            <a:schemeClr val="accent2"/>
          </a:lnRef>
          <a:fillRef idx="0">
            <a:schemeClr val="accent2"/>
          </a:fillRef>
          <a:effectRef idx="2">
            <a:schemeClr val="accent2"/>
          </a:effectRef>
          <a:fontRef idx="minor"/>
        </p:style>
        <p:txBody>
          <a:bodyPr/>
          <a:lstStyle/>
          <a:p>
            <a:endParaRPr lang="fr-FR"/>
          </a:p>
        </p:txBody>
      </p:sp>
      <p:sp>
        <p:nvSpPr>
          <p:cNvPr id="219" name="Connecteur en arc 38">
            <a:extLst>
              <a:ext uri="{FF2B5EF4-FFF2-40B4-BE49-F238E27FC236}">
                <a16:creationId xmlns:a16="http://schemas.microsoft.com/office/drawing/2014/main" id="{6D25460F-C948-6D02-52BB-C5B9F6395EF2}"/>
              </a:ext>
            </a:extLst>
          </p:cNvPr>
          <p:cNvSpPr/>
          <p:nvPr/>
        </p:nvSpPr>
        <p:spPr>
          <a:xfrm rot="5400000" flipH="1" flipV="1">
            <a:off x="6777360" y="2215440"/>
            <a:ext cx="12240" cy="3527280"/>
          </a:xfrm>
          <a:prstGeom prst="curvedConnector3">
            <a:avLst>
              <a:gd name="adj1" fmla="val 1800000"/>
            </a:avLst>
          </a:prstGeom>
          <a:noFill/>
          <a:ln w="28575">
            <a:solidFill>
              <a:srgbClr val="ED7D31"/>
            </a:solidFill>
            <a:headEnd type="triangle" w="med" len="med"/>
            <a:tailEnd type="triangle" w="med" len="med"/>
          </a:ln>
        </p:spPr>
        <p:style>
          <a:lnRef idx="3">
            <a:schemeClr val="accent2"/>
          </a:lnRef>
          <a:fillRef idx="0">
            <a:schemeClr val="accent2"/>
          </a:fillRef>
          <a:effectRef idx="2">
            <a:schemeClr val="accent2"/>
          </a:effectRef>
          <a:fontRef idx="minor"/>
        </p:style>
        <p:txBody>
          <a:bodyPr/>
          <a:lstStyle/>
          <a:p>
            <a:endParaRPr lang="fr-FR"/>
          </a:p>
        </p:txBody>
      </p:sp>
      <p:sp>
        <p:nvSpPr>
          <p:cNvPr id="220" name="Connecteur en arc 40">
            <a:extLst>
              <a:ext uri="{FF2B5EF4-FFF2-40B4-BE49-F238E27FC236}">
                <a16:creationId xmlns:a16="http://schemas.microsoft.com/office/drawing/2014/main" id="{5A71CB8C-ACBA-0F55-5282-437C12EB018F}"/>
              </a:ext>
            </a:extLst>
          </p:cNvPr>
          <p:cNvSpPr/>
          <p:nvPr/>
        </p:nvSpPr>
        <p:spPr>
          <a:xfrm rot="5400000" flipH="1" flipV="1">
            <a:off x="6164820" y="1648979"/>
            <a:ext cx="45719" cy="4704480"/>
          </a:xfrm>
          <a:prstGeom prst="curvedConnector3">
            <a:avLst>
              <a:gd name="adj1" fmla="val 2177779"/>
            </a:avLst>
          </a:prstGeom>
          <a:noFill/>
          <a:ln w="28575">
            <a:solidFill>
              <a:srgbClr val="ED7D31"/>
            </a:solidFill>
            <a:headEnd type="triangle" w="med" len="med"/>
            <a:tailEnd type="triangle" w="med" len="med"/>
          </a:ln>
        </p:spPr>
        <p:style>
          <a:lnRef idx="3">
            <a:schemeClr val="accent2"/>
          </a:lnRef>
          <a:fillRef idx="0">
            <a:schemeClr val="accent2"/>
          </a:fillRef>
          <a:effectRef idx="2">
            <a:schemeClr val="accent2"/>
          </a:effectRef>
          <a:fontRef idx="minor"/>
        </p:style>
        <p:txBody>
          <a:bodyPr/>
          <a:lstStyle/>
          <a:p>
            <a:endParaRPr lang="fr-FR"/>
          </a:p>
        </p:txBody>
      </p:sp>
      <p:sp>
        <p:nvSpPr>
          <p:cNvPr id="221" name="Connecteur en arc 43">
            <a:extLst>
              <a:ext uri="{FF2B5EF4-FFF2-40B4-BE49-F238E27FC236}">
                <a16:creationId xmlns:a16="http://schemas.microsoft.com/office/drawing/2014/main" id="{451D65EF-AD5B-5F00-4A62-40655637C3E6}"/>
              </a:ext>
            </a:extLst>
          </p:cNvPr>
          <p:cNvSpPr/>
          <p:nvPr/>
        </p:nvSpPr>
        <p:spPr>
          <a:xfrm rot="16200000" flipV="1">
            <a:off x="6181200" y="3830040"/>
            <a:ext cx="12240" cy="508680"/>
          </a:xfrm>
          <a:prstGeom prst="curvedConnector3">
            <a:avLst>
              <a:gd name="adj1" fmla="val 1990252"/>
            </a:avLst>
          </a:prstGeom>
          <a:noFill/>
          <a:ln w="28575">
            <a:solidFill>
              <a:srgbClr val="ED7D31"/>
            </a:solidFill>
            <a:headEnd type="triangle" w="med" len="med"/>
            <a:tailEnd type="triangle" w="med" len="med"/>
          </a:ln>
        </p:spPr>
        <p:style>
          <a:lnRef idx="1">
            <a:schemeClr val="accent2"/>
          </a:lnRef>
          <a:fillRef idx="0">
            <a:schemeClr val="accent2"/>
          </a:fillRef>
          <a:effectRef idx="0">
            <a:schemeClr val="accent2"/>
          </a:effectRef>
          <a:fontRef idx="minor"/>
        </p:style>
        <p:txBody>
          <a:bodyPr/>
          <a:lstStyle/>
          <a:p>
            <a:endParaRPr lang="fr-FR"/>
          </a:p>
        </p:txBody>
      </p:sp>
      <p:sp>
        <p:nvSpPr>
          <p:cNvPr id="222" name="Connecteur en arc 49">
            <a:extLst>
              <a:ext uri="{FF2B5EF4-FFF2-40B4-BE49-F238E27FC236}">
                <a16:creationId xmlns:a16="http://schemas.microsoft.com/office/drawing/2014/main" id="{66770054-06AF-7E35-FCE9-5D87B31AB1A5}"/>
              </a:ext>
            </a:extLst>
          </p:cNvPr>
          <p:cNvSpPr/>
          <p:nvPr/>
        </p:nvSpPr>
        <p:spPr>
          <a:xfrm rot="10800000" flipH="1">
            <a:off x="7107480" y="4339800"/>
            <a:ext cx="417960" cy="12240"/>
          </a:xfrm>
          <a:prstGeom prst="curvedConnector5">
            <a:avLst>
              <a:gd name="adj1" fmla="val -49808"/>
              <a:gd name="adj2" fmla="val 4515131"/>
              <a:gd name="adj3" fmla="val 144949"/>
            </a:avLst>
          </a:prstGeom>
          <a:noFill/>
          <a:ln w="28575">
            <a:solidFill>
              <a:srgbClr val="ED7D31"/>
            </a:solidFill>
            <a:headEnd type="triangle" w="med" len="med"/>
            <a:tailEnd type="triangle" w="med" len="med"/>
          </a:ln>
        </p:spPr>
        <p:style>
          <a:lnRef idx="1">
            <a:schemeClr val="accent2"/>
          </a:lnRef>
          <a:fillRef idx="0">
            <a:schemeClr val="accent2"/>
          </a:fillRef>
          <a:effectRef idx="0">
            <a:schemeClr val="accent2"/>
          </a:effectRef>
          <a:fontRef idx="minor"/>
        </p:style>
        <p:txBody>
          <a:bodyPr/>
          <a:lstStyle/>
          <a:p>
            <a:endParaRPr lang="fr-FR"/>
          </a:p>
        </p:txBody>
      </p:sp>
      <p:sp>
        <p:nvSpPr>
          <p:cNvPr id="223" name="Connecteur en arc 56">
            <a:extLst>
              <a:ext uri="{FF2B5EF4-FFF2-40B4-BE49-F238E27FC236}">
                <a16:creationId xmlns:a16="http://schemas.microsoft.com/office/drawing/2014/main" id="{A29885ED-54D3-6DDD-8738-D6FE44B47044}"/>
              </a:ext>
            </a:extLst>
          </p:cNvPr>
          <p:cNvSpPr/>
          <p:nvPr/>
        </p:nvSpPr>
        <p:spPr>
          <a:xfrm rot="16200000" flipH="1">
            <a:off x="6777360" y="2935440"/>
            <a:ext cx="12240" cy="3527280"/>
          </a:xfrm>
          <a:prstGeom prst="curvedConnector3">
            <a:avLst>
              <a:gd name="adj1" fmla="val 5800016"/>
            </a:avLst>
          </a:prstGeom>
          <a:noFill/>
          <a:ln w="28575">
            <a:solidFill>
              <a:srgbClr val="000000"/>
            </a:solidFill>
            <a:headEnd type="triangle" w="med" len="med"/>
            <a:tailEnd type="triangle" w="med" len="med"/>
          </a:ln>
        </p:spPr>
        <p:style>
          <a:lnRef idx="1">
            <a:schemeClr val="dk1"/>
          </a:lnRef>
          <a:fillRef idx="0">
            <a:schemeClr val="dk1"/>
          </a:fillRef>
          <a:effectRef idx="0">
            <a:schemeClr val="dk1"/>
          </a:effectRef>
          <a:fontRef idx="minor"/>
        </p:style>
        <p:txBody>
          <a:bodyPr/>
          <a:lstStyle/>
          <a:p>
            <a:endParaRPr lang="fr-FR"/>
          </a:p>
        </p:txBody>
      </p:sp>
      <p:sp>
        <p:nvSpPr>
          <p:cNvPr id="224" name="Connecteur en arc 58">
            <a:extLst>
              <a:ext uri="{FF2B5EF4-FFF2-40B4-BE49-F238E27FC236}">
                <a16:creationId xmlns:a16="http://schemas.microsoft.com/office/drawing/2014/main" id="{50B0A4E2-30E6-8A9B-0B99-EEEE08009327}"/>
              </a:ext>
            </a:extLst>
          </p:cNvPr>
          <p:cNvSpPr/>
          <p:nvPr/>
        </p:nvSpPr>
        <p:spPr>
          <a:xfrm rot="5400000">
            <a:off x="6777360" y="2935080"/>
            <a:ext cx="12240" cy="3527280"/>
          </a:xfrm>
          <a:prstGeom prst="curvedConnector3">
            <a:avLst>
              <a:gd name="adj1" fmla="val 8440000"/>
            </a:avLst>
          </a:prstGeom>
          <a:noFill/>
          <a:ln w="28575">
            <a:solidFill>
              <a:srgbClr val="000000"/>
            </a:solidFill>
            <a:headEnd type="triangle" w="med" len="med"/>
            <a:tailEnd type="triangle" w="med" len="med"/>
          </a:ln>
        </p:spPr>
        <p:style>
          <a:lnRef idx="1">
            <a:schemeClr val="dk1"/>
          </a:lnRef>
          <a:fillRef idx="0">
            <a:schemeClr val="dk1"/>
          </a:fillRef>
          <a:effectRef idx="0">
            <a:schemeClr val="dk1"/>
          </a:effectRef>
          <a:fontRef idx="minor"/>
        </p:style>
        <p:txBody>
          <a:bodyPr/>
          <a:lstStyle/>
          <a:p>
            <a:endParaRPr lang="fr-FR"/>
          </a:p>
        </p:txBody>
      </p:sp>
      <p:sp>
        <p:nvSpPr>
          <p:cNvPr id="225" name="Connecteur en arc 63">
            <a:extLst>
              <a:ext uri="{FF2B5EF4-FFF2-40B4-BE49-F238E27FC236}">
                <a16:creationId xmlns:a16="http://schemas.microsoft.com/office/drawing/2014/main" id="{1B1EC974-1179-A35F-BFCB-B0D0C2A963D4}"/>
              </a:ext>
            </a:extLst>
          </p:cNvPr>
          <p:cNvSpPr/>
          <p:nvPr/>
        </p:nvSpPr>
        <p:spPr>
          <a:xfrm rot="16200000" flipH="1">
            <a:off x="6749640" y="4131360"/>
            <a:ext cx="12240" cy="1135440"/>
          </a:xfrm>
          <a:prstGeom prst="curvedConnector3">
            <a:avLst>
              <a:gd name="adj1" fmla="val 1320000"/>
            </a:avLst>
          </a:prstGeom>
          <a:noFill/>
          <a:ln w="28575">
            <a:solidFill>
              <a:srgbClr val="000000"/>
            </a:solidFill>
            <a:headEnd type="triangle" w="med" len="med"/>
            <a:tailEnd type="triangle" w="med" len="med"/>
          </a:ln>
        </p:spPr>
        <p:style>
          <a:lnRef idx="1">
            <a:schemeClr val="dk1"/>
          </a:lnRef>
          <a:fillRef idx="0">
            <a:schemeClr val="dk1"/>
          </a:fillRef>
          <a:effectRef idx="0">
            <a:schemeClr val="dk1"/>
          </a:effectRef>
          <a:fontRef idx="minor"/>
        </p:style>
        <p:txBody>
          <a:bodyPr/>
          <a:lstStyle/>
          <a:p>
            <a:endParaRPr lang="fr-FR"/>
          </a:p>
        </p:txBody>
      </p:sp>
      <p:sp>
        <p:nvSpPr>
          <p:cNvPr id="226" name="Connecteur en arc 66">
            <a:extLst>
              <a:ext uri="{FF2B5EF4-FFF2-40B4-BE49-F238E27FC236}">
                <a16:creationId xmlns:a16="http://schemas.microsoft.com/office/drawing/2014/main" id="{8CD81574-323D-801C-5A77-7B3F1893ADAB}"/>
              </a:ext>
            </a:extLst>
          </p:cNvPr>
          <p:cNvSpPr/>
          <p:nvPr/>
        </p:nvSpPr>
        <p:spPr>
          <a:xfrm rot="16200000" flipH="1">
            <a:off x="6749640" y="4131360"/>
            <a:ext cx="12240" cy="1135440"/>
          </a:xfrm>
          <a:prstGeom prst="curvedConnector3">
            <a:avLst>
              <a:gd name="adj1" fmla="val 3080016"/>
            </a:avLst>
          </a:prstGeom>
          <a:noFill/>
          <a:ln w="28575">
            <a:solidFill>
              <a:srgbClr val="000000"/>
            </a:solidFill>
            <a:headEnd type="triangle" w="med" len="med"/>
            <a:tailEnd type="triangle" w="med" len="med"/>
          </a:ln>
        </p:spPr>
        <p:style>
          <a:lnRef idx="1">
            <a:schemeClr val="dk1"/>
          </a:lnRef>
          <a:fillRef idx="0">
            <a:schemeClr val="dk1"/>
          </a:fillRef>
          <a:effectRef idx="0">
            <a:schemeClr val="dk1"/>
          </a:effectRef>
          <a:fontRef idx="minor"/>
        </p:style>
        <p:txBody>
          <a:bodyPr/>
          <a:lstStyle/>
          <a:p>
            <a:endParaRPr lang="fr-FR"/>
          </a:p>
        </p:txBody>
      </p:sp>
      <p:sp>
        <p:nvSpPr>
          <p:cNvPr id="227" name="Connecteur droit avec flèche 81">
            <a:extLst>
              <a:ext uri="{FF2B5EF4-FFF2-40B4-BE49-F238E27FC236}">
                <a16:creationId xmlns:a16="http://schemas.microsoft.com/office/drawing/2014/main" id="{375550E9-CC1D-3862-D319-F3182E281428}"/>
              </a:ext>
            </a:extLst>
          </p:cNvPr>
          <p:cNvSpPr/>
          <p:nvPr/>
        </p:nvSpPr>
        <p:spPr>
          <a:xfrm flipV="1">
            <a:off x="3841920" y="5694477"/>
            <a:ext cx="360" cy="263880"/>
          </a:xfrm>
          <a:custGeom>
            <a:avLst/>
            <a:gdLst/>
            <a:ahLst/>
            <a:cxnLst/>
            <a:rect l="l" t="t" r="r" b="b"/>
            <a:pathLst>
              <a:path w="21600" h="21600">
                <a:moveTo>
                  <a:pt x="0" y="0"/>
                </a:moveTo>
                <a:lnTo>
                  <a:pt x="21600" y="21600"/>
                </a:lnTo>
              </a:path>
            </a:pathLst>
          </a:custGeom>
          <a:noFill/>
          <a:ln>
            <a:solidFill>
              <a:srgbClr val="4472C4"/>
            </a:solidFill>
            <a:tailEnd type="triangle" w="med" len="med"/>
          </a:ln>
        </p:spPr>
        <p:style>
          <a:lnRef idx="1">
            <a:schemeClr val="accent1"/>
          </a:lnRef>
          <a:fillRef idx="0">
            <a:schemeClr val="accent1"/>
          </a:fillRef>
          <a:effectRef idx="0">
            <a:schemeClr val="accent1"/>
          </a:effectRef>
          <a:fontRef idx="minor"/>
        </p:style>
        <p:txBody>
          <a:bodyPr/>
          <a:lstStyle/>
          <a:p>
            <a:endParaRPr lang="fr-FR"/>
          </a:p>
        </p:txBody>
      </p:sp>
      <p:sp>
        <p:nvSpPr>
          <p:cNvPr id="228" name="Connecteur droit avec flèche 82">
            <a:extLst>
              <a:ext uri="{FF2B5EF4-FFF2-40B4-BE49-F238E27FC236}">
                <a16:creationId xmlns:a16="http://schemas.microsoft.com/office/drawing/2014/main" id="{2B552B47-AC73-A072-FD48-743EAF92D3A1}"/>
              </a:ext>
            </a:extLst>
          </p:cNvPr>
          <p:cNvSpPr/>
          <p:nvPr/>
        </p:nvSpPr>
        <p:spPr>
          <a:xfrm flipV="1">
            <a:off x="8548920" y="5680440"/>
            <a:ext cx="360" cy="263880"/>
          </a:xfrm>
          <a:custGeom>
            <a:avLst/>
            <a:gdLst/>
            <a:ahLst/>
            <a:cxnLst/>
            <a:rect l="l" t="t" r="r" b="b"/>
            <a:pathLst>
              <a:path w="21600" h="21600">
                <a:moveTo>
                  <a:pt x="0" y="0"/>
                </a:moveTo>
                <a:lnTo>
                  <a:pt x="21600" y="21600"/>
                </a:lnTo>
              </a:path>
            </a:pathLst>
          </a:custGeom>
          <a:noFill/>
          <a:ln>
            <a:solidFill>
              <a:srgbClr val="4472C4"/>
            </a:solidFill>
            <a:tailEnd type="triangle" w="med" len="med"/>
          </a:ln>
        </p:spPr>
        <p:style>
          <a:lnRef idx="1">
            <a:schemeClr val="accent1"/>
          </a:lnRef>
          <a:fillRef idx="0">
            <a:schemeClr val="accent1"/>
          </a:fillRef>
          <a:effectRef idx="0">
            <a:schemeClr val="accent1"/>
          </a:effectRef>
          <a:fontRef idx="minor"/>
        </p:style>
        <p:txBody>
          <a:bodyPr/>
          <a:lstStyle/>
          <a:p>
            <a:endParaRPr lang="fr-FR"/>
          </a:p>
        </p:txBody>
      </p:sp>
      <p:sp>
        <p:nvSpPr>
          <p:cNvPr id="229" name="ZoneTexte 86">
            <a:extLst>
              <a:ext uri="{FF2B5EF4-FFF2-40B4-BE49-F238E27FC236}">
                <a16:creationId xmlns:a16="http://schemas.microsoft.com/office/drawing/2014/main" id="{85B095BA-9525-569C-EDD8-21267D7E5CDC}"/>
              </a:ext>
            </a:extLst>
          </p:cNvPr>
          <p:cNvSpPr/>
          <p:nvPr/>
        </p:nvSpPr>
        <p:spPr>
          <a:xfrm>
            <a:off x="3527640" y="5944317"/>
            <a:ext cx="633600" cy="2570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buNone/>
            </a:pPr>
            <a:r>
              <a:rPr lang="fr-FR" sz="1100" b="0" strike="noStrike" spc="-1">
                <a:solidFill>
                  <a:srgbClr val="000000"/>
                </a:solidFill>
                <a:latin typeface="Calibri"/>
              </a:rPr>
              <a:t>premier</a:t>
            </a:r>
            <a:endParaRPr lang="fr-FR" sz="1100" b="0" strike="noStrike" spc="-1">
              <a:latin typeface="Arial"/>
            </a:endParaRPr>
          </a:p>
        </p:txBody>
      </p:sp>
      <p:sp>
        <p:nvSpPr>
          <p:cNvPr id="230" name="ZoneTexte 87">
            <a:extLst>
              <a:ext uri="{FF2B5EF4-FFF2-40B4-BE49-F238E27FC236}">
                <a16:creationId xmlns:a16="http://schemas.microsoft.com/office/drawing/2014/main" id="{6F81650F-C217-216D-164C-7D0403019408}"/>
              </a:ext>
            </a:extLst>
          </p:cNvPr>
          <p:cNvSpPr/>
          <p:nvPr/>
        </p:nvSpPr>
        <p:spPr>
          <a:xfrm>
            <a:off x="8242200" y="5945400"/>
            <a:ext cx="597240" cy="2570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buNone/>
            </a:pPr>
            <a:r>
              <a:rPr lang="fr-FR" sz="1100" b="0" strike="noStrike" spc="-1">
                <a:solidFill>
                  <a:srgbClr val="000000"/>
                </a:solidFill>
                <a:latin typeface="Calibri"/>
              </a:rPr>
              <a:t>dernier</a:t>
            </a:r>
            <a:endParaRPr lang="fr-FR" sz="1100" b="0" strike="noStrike" spc="-1">
              <a:latin typeface="Arial"/>
            </a:endParaRPr>
          </a:p>
        </p:txBody>
      </p:sp>
    </p:spTree>
    <p:extLst>
      <p:ext uri="{BB962C8B-B14F-4D97-AF65-F5344CB8AC3E}">
        <p14:creationId xmlns:p14="http://schemas.microsoft.com/office/powerpoint/2010/main" val="10284709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B22AC7-D97F-F14B-9460-690551BC8BB4}"/>
            </a:ext>
          </a:extLst>
        </p:cNvPr>
        <p:cNvGrpSpPr/>
        <p:nvPr/>
      </p:nvGrpSpPr>
      <p:grpSpPr>
        <a:xfrm>
          <a:off x="0" y="0"/>
          <a:ext cx="0" cy="0"/>
          <a:chOff x="0" y="0"/>
          <a:chExt cx="0" cy="0"/>
        </a:xfrm>
      </p:grpSpPr>
      <p:sp>
        <p:nvSpPr>
          <p:cNvPr id="205" name="PlaceHolder 1">
            <a:extLst>
              <a:ext uri="{FF2B5EF4-FFF2-40B4-BE49-F238E27FC236}">
                <a16:creationId xmlns:a16="http://schemas.microsoft.com/office/drawing/2014/main" id="{43274654-283D-DD66-24A7-95B77454E19B}"/>
              </a:ext>
            </a:extLst>
          </p:cNvPr>
          <p:cNvSpPr>
            <a:spLocks noGrp="1"/>
          </p:cNvSpPr>
          <p:nvPr>
            <p:ph type="title"/>
          </p:nvPr>
        </p:nvSpPr>
        <p:spPr>
          <a:xfrm>
            <a:off x="838080" y="291600"/>
            <a:ext cx="10515240" cy="1325160"/>
          </a:xfrm>
          <a:prstGeom prst="rect">
            <a:avLst/>
          </a:prstGeom>
          <a:noFill/>
          <a:ln w="0">
            <a:noFill/>
          </a:ln>
        </p:spPr>
        <p:txBody>
          <a:bodyPr anchor="ctr">
            <a:noAutofit/>
          </a:bodyPr>
          <a:lstStyle/>
          <a:p>
            <a:pPr>
              <a:lnSpc>
                <a:spcPct val="90000"/>
              </a:lnSpc>
              <a:buNone/>
            </a:pPr>
            <a:r>
              <a:rPr lang="fr-FR" sz="4400" b="1" strike="noStrike" spc="-1">
                <a:solidFill>
                  <a:srgbClr val="3C56AF"/>
                </a:solidFill>
                <a:latin typeface="HK Grotesk"/>
              </a:rPr>
              <a:t>Suppression de 3 pièces</a:t>
            </a:r>
            <a:endParaRPr lang="fr-FR" sz="4400" b="0" strike="noStrike" spc="-1">
              <a:solidFill>
                <a:srgbClr val="000000"/>
              </a:solidFill>
              <a:latin typeface="Calibri"/>
            </a:endParaRPr>
          </a:p>
        </p:txBody>
      </p:sp>
      <p:sp>
        <p:nvSpPr>
          <p:cNvPr id="208" name="Rectangle 8">
            <a:extLst>
              <a:ext uri="{FF2B5EF4-FFF2-40B4-BE49-F238E27FC236}">
                <a16:creationId xmlns:a16="http://schemas.microsoft.com/office/drawing/2014/main" id="{4EFCE835-FBCE-C0DC-C9AA-8F85316BD97E}"/>
              </a:ext>
            </a:extLst>
          </p:cNvPr>
          <p:cNvSpPr/>
          <p:nvPr/>
        </p:nvSpPr>
        <p:spPr>
          <a:xfrm>
            <a:off x="4653000" y="3979080"/>
            <a:ext cx="719640" cy="719640"/>
          </a:xfrm>
          <a:prstGeom prst="rect">
            <a:avLst/>
          </a:prstGeom>
          <a:solidFill>
            <a:srgbClr val="E82E00"/>
          </a:solidFill>
          <a:ln>
            <a:noFill/>
          </a:ln>
        </p:spPr>
        <p:style>
          <a:lnRef idx="2">
            <a:schemeClr val="accent1">
              <a:shade val="15000"/>
            </a:schemeClr>
          </a:lnRef>
          <a:fillRef idx="1">
            <a:schemeClr val="accent1"/>
          </a:fillRef>
          <a:effectRef idx="0">
            <a:schemeClr val="accent1"/>
          </a:effectRef>
          <a:fontRef idx="minor"/>
        </p:style>
        <p:txBody>
          <a:bodyPr/>
          <a:lstStyle/>
          <a:p>
            <a:endParaRPr lang="fr-FR"/>
          </a:p>
        </p:txBody>
      </p:sp>
      <p:sp>
        <p:nvSpPr>
          <p:cNvPr id="209" name="Ellipse 9">
            <a:extLst>
              <a:ext uri="{FF2B5EF4-FFF2-40B4-BE49-F238E27FC236}">
                <a16:creationId xmlns:a16="http://schemas.microsoft.com/office/drawing/2014/main" id="{43C64C0A-66CC-63D0-305C-5DCE519B28AD}"/>
              </a:ext>
            </a:extLst>
          </p:cNvPr>
          <p:cNvSpPr/>
          <p:nvPr/>
        </p:nvSpPr>
        <p:spPr>
          <a:xfrm>
            <a:off x="5821200" y="3979080"/>
            <a:ext cx="719640" cy="719640"/>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a:lstStyle/>
          <a:p>
            <a:endParaRPr lang="fr-FR"/>
          </a:p>
        </p:txBody>
      </p:sp>
      <p:sp>
        <p:nvSpPr>
          <p:cNvPr id="210" name="Triangle 10">
            <a:extLst>
              <a:ext uri="{FF2B5EF4-FFF2-40B4-BE49-F238E27FC236}">
                <a16:creationId xmlns:a16="http://schemas.microsoft.com/office/drawing/2014/main" id="{171D6D48-92D5-A958-7780-966FFBF2CDB7}"/>
              </a:ext>
            </a:extLst>
          </p:cNvPr>
          <p:cNvSpPr/>
          <p:nvPr/>
        </p:nvSpPr>
        <p:spPr>
          <a:xfrm>
            <a:off x="6899040" y="3979080"/>
            <a:ext cx="835920" cy="719640"/>
          </a:xfrm>
          <a:prstGeom prst="triangle">
            <a:avLst>
              <a:gd name="adj" fmla="val 50000"/>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a:lstStyle/>
          <a:p>
            <a:endParaRPr lang="fr-FR"/>
          </a:p>
        </p:txBody>
      </p:sp>
      <p:sp>
        <p:nvSpPr>
          <p:cNvPr id="211" name="Rectangle 11">
            <a:extLst>
              <a:ext uri="{FF2B5EF4-FFF2-40B4-BE49-F238E27FC236}">
                <a16:creationId xmlns:a16="http://schemas.microsoft.com/office/drawing/2014/main" id="{51EC8540-4D83-6FA4-2C12-BD622B6BA764}"/>
              </a:ext>
            </a:extLst>
          </p:cNvPr>
          <p:cNvSpPr/>
          <p:nvPr/>
        </p:nvSpPr>
        <p:spPr>
          <a:xfrm>
            <a:off x="8180640" y="3979080"/>
            <a:ext cx="719640" cy="71964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p:style>
        <p:txBody>
          <a:bodyPr/>
          <a:lstStyle/>
          <a:p>
            <a:endParaRPr lang="fr-FR"/>
          </a:p>
        </p:txBody>
      </p:sp>
      <p:sp>
        <p:nvSpPr>
          <p:cNvPr id="212" name="ZoneTexte 13">
            <a:extLst>
              <a:ext uri="{FF2B5EF4-FFF2-40B4-BE49-F238E27FC236}">
                <a16:creationId xmlns:a16="http://schemas.microsoft.com/office/drawing/2014/main" id="{6FF52B38-4729-FBBC-56A4-6134ECD1EE15}"/>
              </a:ext>
            </a:extLst>
          </p:cNvPr>
          <p:cNvSpPr/>
          <p:nvPr/>
        </p:nvSpPr>
        <p:spPr>
          <a:xfrm>
            <a:off x="887760" y="1747080"/>
            <a:ext cx="7860600" cy="638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buNone/>
            </a:pPr>
            <a:r>
              <a:rPr lang="fr-FR" sz="1800" b="1" strike="noStrike" spc="-1">
                <a:solidFill>
                  <a:srgbClr val="000000"/>
                </a:solidFill>
                <a:latin typeface="Calibri"/>
              </a:rPr>
              <a:t>Principe</a:t>
            </a:r>
            <a:br>
              <a:rPr sz="1800"/>
            </a:br>
            <a:r>
              <a:rPr lang="fr-FR" sz="1800" b="0" strike="noStrike" spc="-1">
                <a:solidFill>
                  <a:srgbClr val="000000"/>
                </a:solidFill>
                <a:latin typeface="Calibri"/>
              </a:rPr>
              <a:t>Après avoir insérer à gauche par exemple, on se retrouve dans cette configuration :</a:t>
            </a:r>
            <a:endParaRPr lang="fr-FR" sz="1800" b="0" strike="noStrike" spc="-1">
              <a:latin typeface="Arial"/>
            </a:endParaRPr>
          </a:p>
        </p:txBody>
      </p:sp>
      <p:sp>
        <p:nvSpPr>
          <p:cNvPr id="214" name="Connecteur droit avec flèche 17">
            <a:extLst>
              <a:ext uri="{FF2B5EF4-FFF2-40B4-BE49-F238E27FC236}">
                <a16:creationId xmlns:a16="http://schemas.microsoft.com/office/drawing/2014/main" id="{9F0A4F2D-1796-D6BD-8A12-E7210756F411}"/>
              </a:ext>
            </a:extLst>
          </p:cNvPr>
          <p:cNvSpPr/>
          <p:nvPr/>
        </p:nvSpPr>
        <p:spPr>
          <a:xfrm flipV="1">
            <a:off x="5371920" y="4338360"/>
            <a:ext cx="447480" cy="4680"/>
          </a:xfrm>
          <a:custGeom>
            <a:avLst/>
            <a:gdLst/>
            <a:ahLst/>
            <a:cxnLst/>
            <a:rect l="l" t="t" r="r" b="b"/>
            <a:pathLst>
              <a:path w="21600" h="21600">
                <a:moveTo>
                  <a:pt x="0" y="0"/>
                </a:moveTo>
                <a:lnTo>
                  <a:pt x="21600" y="21600"/>
                </a:lnTo>
              </a:path>
            </a:pathLst>
          </a:custGeom>
          <a:noFill/>
          <a:ln w="38100">
            <a:solidFill>
              <a:srgbClr val="4472C4"/>
            </a:solidFill>
            <a:tailEnd type="triangle" w="med" len="med"/>
          </a:ln>
        </p:spPr>
        <p:style>
          <a:lnRef idx="1">
            <a:schemeClr val="accent1"/>
          </a:lnRef>
          <a:fillRef idx="0">
            <a:schemeClr val="accent1"/>
          </a:fillRef>
          <a:effectRef idx="0">
            <a:schemeClr val="accent1"/>
          </a:effectRef>
          <a:fontRef idx="minor"/>
        </p:style>
        <p:txBody>
          <a:bodyPr/>
          <a:lstStyle/>
          <a:p>
            <a:endParaRPr lang="fr-FR"/>
          </a:p>
        </p:txBody>
      </p:sp>
      <p:sp>
        <p:nvSpPr>
          <p:cNvPr id="215" name="Connecteur droit avec flèche 18">
            <a:extLst>
              <a:ext uri="{FF2B5EF4-FFF2-40B4-BE49-F238E27FC236}">
                <a16:creationId xmlns:a16="http://schemas.microsoft.com/office/drawing/2014/main" id="{53574E3D-C4B3-5A8A-A66A-E210A0655878}"/>
              </a:ext>
            </a:extLst>
          </p:cNvPr>
          <p:cNvSpPr/>
          <p:nvPr/>
        </p:nvSpPr>
        <p:spPr>
          <a:xfrm>
            <a:off x="6538680" y="4334400"/>
            <a:ext cx="568800" cy="4680"/>
          </a:xfrm>
          <a:custGeom>
            <a:avLst/>
            <a:gdLst/>
            <a:ahLst/>
            <a:cxnLst/>
            <a:rect l="l" t="t" r="r" b="b"/>
            <a:pathLst>
              <a:path w="21600" h="21600">
                <a:moveTo>
                  <a:pt x="0" y="0"/>
                </a:moveTo>
                <a:lnTo>
                  <a:pt x="21600" y="21600"/>
                </a:lnTo>
              </a:path>
            </a:pathLst>
          </a:custGeom>
          <a:noFill/>
          <a:ln w="38100">
            <a:solidFill>
              <a:srgbClr val="4472C4"/>
            </a:solidFill>
            <a:tailEnd type="triangle" w="med" len="med"/>
          </a:ln>
        </p:spPr>
        <p:style>
          <a:lnRef idx="1">
            <a:schemeClr val="accent1"/>
          </a:lnRef>
          <a:fillRef idx="0">
            <a:schemeClr val="accent1"/>
          </a:fillRef>
          <a:effectRef idx="0">
            <a:schemeClr val="accent1"/>
          </a:effectRef>
          <a:fontRef idx="minor"/>
        </p:style>
        <p:txBody>
          <a:bodyPr/>
          <a:lstStyle/>
          <a:p>
            <a:endParaRPr lang="fr-FR"/>
          </a:p>
        </p:txBody>
      </p:sp>
      <p:sp>
        <p:nvSpPr>
          <p:cNvPr id="216" name="Connecteur droit avec flèche 19">
            <a:extLst>
              <a:ext uri="{FF2B5EF4-FFF2-40B4-BE49-F238E27FC236}">
                <a16:creationId xmlns:a16="http://schemas.microsoft.com/office/drawing/2014/main" id="{DD58108C-F288-D28B-C03C-45F071149376}"/>
              </a:ext>
            </a:extLst>
          </p:cNvPr>
          <p:cNvSpPr/>
          <p:nvPr/>
        </p:nvSpPr>
        <p:spPr>
          <a:xfrm>
            <a:off x="7526160" y="4339080"/>
            <a:ext cx="655560" cy="360"/>
          </a:xfrm>
          <a:custGeom>
            <a:avLst/>
            <a:gdLst/>
            <a:ahLst/>
            <a:cxnLst/>
            <a:rect l="l" t="t" r="r" b="b"/>
            <a:pathLst>
              <a:path w="21600" h="21600">
                <a:moveTo>
                  <a:pt x="0" y="0"/>
                </a:moveTo>
                <a:lnTo>
                  <a:pt x="21600" y="21600"/>
                </a:lnTo>
              </a:path>
            </a:pathLst>
          </a:custGeom>
          <a:noFill/>
          <a:ln w="38100">
            <a:solidFill>
              <a:srgbClr val="4472C4"/>
            </a:solidFill>
            <a:tailEnd type="triangle" w="med" len="med"/>
          </a:ln>
        </p:spPr>
        <p:style>
          <a:lnRef idx="1">
            <a:schemeClr val="accent1"/>
          </a:lnRef>
          <a:fillRef idx="0">
            <a:schemeClr val="accent1"/>
          </a:fillRef>
          <a:effectRef idx="0">
            <a:schemeClr val="accent1"/>
          </a:effectRef>
          <a:fontRef idx="minor"/>
        </p:style>
        <p:txBody>
          <a:bodyPr/>
          <a:lstStyle/>
          <a:p>
            <a:endParaRPr lang="fr-FR"/>
          </a:p>
        </p:txBody>
      </p:sp>
      <p:sp>
        <p:nvSpPr>
          <p:cNvPr id="217" name="Connecteur en arc 24">
            <a:extLst>
              <a:ext uri="{FF2B5EF4-FFF2-40B4-BE49-F238E27FC236}">
                <a16:creationId xmlns:a16="http://schemas.microsoft.com/office/drawing/2014/main" id="{DDD7439F-CCF1-E9FA-C365-5271E75F58CA}"/>
              </a:ext>
            </a:extLst>
          </p:cNvPr>
          <p:cNvSpPr/>
          <p:nvPr/>
        </p:nvSpPr>
        <p:spPr>
          <a:xfrm rot="16200000" flipH="1" flipV="1">
            <a:off x="6757020" y="2241540"/>
            <a:ext cx="45719" cy="3520080"/>
          </a:xfrm>
          <a:prstGeom prst="curvedConnector3">
            <a:avLst>
              <a:gd name="adj1" fmla="val -2674888"/>
            </a:avLst>
          </a:prstGeom>
          <a:noFill/>
          <a:ln w="38100">
            <a:solidFill>
              <a:srgbClr val="4472C4"/>
            </a:solidFill>
            <a:tailEnd type="triangle" w="med" len="med"/>
          </a:ln>
        </p:spPr>
        <p:style>
          <a:lnRef idx="1">
            <a:schemeClr val="accent1"/>
          </a:lnRef>
          <a:fillRef idx="0">
            <a:schemeClr val="accent1"/>
          </a:fillRef>
          <a:effectRef idx="0">
            <a:schemeClr val="accent1"/>
          </a:effectRef>
          <a:fontRef idx="minor"/>
        </p:style>
        <p:txBody>
          <a:bodyPr/>
          <a:lstStyle/>
          <a:p>
            <a:endParaRPr lang="fr-FR"/>
          </a:p>
        </p:txBody>
      </p:sp>
      <p:sp>
        <p:nvSpPr>
          <p:cNvPr id="219" name="Connecteur en arc 38">
            <a:extLst>
              <a:ext uri="{FF2B5EF4-FFF2-40B4-BE49-F238E27FC236}">
                <a16:creationId xmlns:a16="http://schemas.microsoft.com/office/drawing/2014/main" id="{83392430-1078-2273-7934-F4037FA65672}"/>
              </a:ext>
            </a:extLst>
          </p:cNvPr>
          <p:cNvSpPr/>
          <p:nvPr/>
        </p:nvSpPr>
        <p:spPr>
          <a:xfrm rot="5400000" flipH="1" flipV="1">
            <a:off x="6777360" y="2215440"/>
            <a:ext cx="12240" cy="3527280"/>
          </a:xfrm>
          <a:prstGeom prst="curvedConnector3">
            <a:avLst>
              <a:gd name="adj1" fmla="val 3007369"/>
            </a:avLst>
          </a:prstGeom>
          <a:noFill/>
          <a:ln w="28575">
            <a:solidFill>
              <a:srgbClr val="ED7D31"/>
            </a:solidFill>
            <a:headEnd type="triangle" w="med" len="med"/>
            <a:tailEnd type="triangle" w="med" len="med"/>
          </a:ln>
        </p:spPr>
        <p:style>
          <a:lnRef idx="3">
            <a:schemeClr val="accent2"/>
          </a:lnRef>
          <a:fillRef idx="0">
            <a:schemeClr val="accent2"/>
          </a:fillRef>
          <a:effectRef idx="2">
            <a:schemeClr val="accent2"/>
          </a:effectRef>
          <a:fontRef idx="minor"/>
        </p:style>
        <p:txBody>
          <a:bodyPr/>
          <a:lstStyle/>
          <a:p>
            <a:endParaRPr lang="fr-FR"/>
          </a:p>
        </p:txBody>
      </p:sp>
      <p:sp>
        <p:nvSpPr>
          <p:cNvPr id="220" name="Connecteur en arc 40">
            <a:extLst>
              <a:ext uri="{FF2B5EF4-FFF2-40B4-BE49-F238E27FC236}">
                <a16:creationId xmlns:a16="http://schemas.microsoft.com/office/drawing/2014/main" id="{3A59BC6F-7C31-3038-D3DF-A5591C4EA1AB}"/>
              </a:ext>
            </a:extLst>
          </p:cNvPr>
          <p:cNvSpPr/>
          <p:nvPr/>
        </p:nvSpPr>
        <p:spPr>
          <a:xfrm rot="5400000" flipH="1" flipV="1">
            <a:off x="6757020" y="2241179"/>
            <a:ext cx="45719" cy="3520080"/>
          </a:xfrm>
          <a:prstGeom prst="curvedConnector3">
            <a:avLst>
              <a:gd name="adj1" fmla="val 1369676"/>
            </a:avLst>
          </a:prstGeom>
          <a:noFill/>
          <a:ln w="28575">
            <a:solidFill>
              <a:srgbClr val="ED7D31"/>
            </a:solidFill>
            <a:headEnd type="triangle" w="med" len="med"/>
            <a:tailEnd type="triangle" w="med" len="med"/>
          </a:ln>
        </p:spPr>
        <p:style>
          <a:lnRef idx="3">
            <a:schemeClr val="accent2"/>
          </a:lnRef>
          <a:fillRef idx="0">
            <a:schemeClr val="accent2"/>
          </a:fillRef>
          <a:effectRef idx="2">
            <a:schemeClr val="accent2"/>
          </a:effectRef>
          <a:fontRef idx="minor"/>
        </p:style>
        <p:txBody>
          <a:bodyPr/>
          <a:lstStyle/>
          <a:p>
            <a:endParaRPr lang="fr-FR"/>
          </a:p>
        </p:txBody>
      </p:sp>
      <p:sp>
        <p:nvSpPr>
          <p:cNvPr id="221" name="Connecteur en arc 43">
            <a:extLst>
              <a:ext uri="{FF2B5EF4-FFF2-40B4-BE49-F238E27FC236}">
                <a16:creationId xmlns:a16="http://schemas.microsoft.com/office/drawing/2014/main" id="{C2C2F35B-3E88-8D31-549A-540AB044799F}"/>
              </a:ext>
            </a:extLst>
          </p:cNvPr>
          <p:cNvSpPr/>
          <p:nvPr/>
        </p:nvSpPr>
        <p:spPr>
          <a:xfrm rot="16200000" flipV="1">
            <a:off x="6181200" y="3830040"/>
            <a:ext cx="12240" cy="508680"/>
          </a:xfrm>
          <a:prstGeom prst="curvedConnector3">
            <a:avLst>
              <a:gd name="adj1" fmla="val 1990252"/>
            </a:avLst>
          </a:prstGeom>
          <a:noFill/>
          <a:ln w="28575">
            <a:solidFill>
              <a:srgbClr val="ED7D31"/>
            </a:solidFill>
            <a:headEnd type="triangle" w="med" len="med"/>
            <a:tailEnd type="triangle" w="med" len="med"/>
          </a:ln>
        </p:spPr>
        <p:style>
          <a:lnRef idx="1">
            <a:schemeClr val="accent2"/>
          </a:lnRef>
          <a:fillRef idx="0">
            <a:schemeClr val="accent2"/>
          </a:fillRef>
          <a:effectRef idx="0">
            <a:schemeClr val="accent2"/>
          </a:effectRef>
          <a:fontRef idx="minor"/>
        </p:style>
        <p:txBody>
          <a:bodyPr/>
          <a:lstStyle/>
          <a:p>
            <a:endParaRPr lang="fr-FR"/>
          </a:p>
        </p:txBody>
      </p:sp>
      <p:sp>
        <p:nvSpPr>
          <p:cNvPr id="222" name="Connecteur en arc 49">
            <a:extLst>
              <a:ext uri="{FF2B5EF4-FFF2-40B4-BE49-F238E27FC236}">
                <a16:creationId xmlns:a16="http://schemas.microsoft.com/office/drawing/2014/main" id="{974ADD72-73FB-41D6-4F1A-F9B778EA727D}"/>
              </a:ext>
            </a:extLst>
          </p:cNvPr>
          <p:cNvSpPr/>
          <p:nvPr/>
        </p:nvSpPr>
        <p:spPr>
          <a:xfrm rot="10800000" flipH="1">
            <a:off x="7107480" y="4339800"/>
            <a:ext cx="417960" cy="12240"/>
          </a:xfrm>
          <a:prstGeom prst="curvedConnector5">
            <a:avLst>
              <a:gd name="adj1" fmla="val -49808"/>
              <a:gd name="adj2" fmla="val 4515131"/>
              <a:gd name="adj3" fmla="val 144949"/>
            </a:avLst>
          </a:prstGeom>
          <a:noFill/>
          <a:ln w="28575">
            <a:solidFill>
              <a:srgbClr val="ED7D31"/>
            </a:solidFill>
            <a:headEnd type="triangle" w="med" len="med"/>
            <a:tailEnd type="triangle" w="med" len="med"/>
          </a:ln>
        </p:spPr>
        <p:style>
          <a:lnRef idx="1">
            <a:schemeClr val="accent2"/>
          </a:lnRef>
          <a:fillRef idx="0">
            <a:schemeClr val="accent2"/>
          </a:fillRef>
          <a:effectRef idx="0">
            <a:schemeClr val="accent2"/>
          </a:effectRef>
          <a:fontRef idx="minor"/>
        </p:style>
        <p:txBody>
          <a:bodyPr/>
          <a:lstStyle/>
          <a:p>
            <a:endParaRPr lang="fr-FR"/>
          </a:p>
        </p:txBody>
      </p:sp>
      <p:sp>
        <p:nvSpPr>
          <p:cNvPr id="223" name="Connecteur en arc 56">
            <a:extLst>
              <a:ext uri="{FF2B5EF4-FFF2-40B4-BE49-F238E27FC236}">
                <a16:creationId xmlns:a16="http://schemas.microsoft.com/office/drawing/2014/main" id="{85E9B318-DAF8-F5A1-89B0-26FF6B2E69D5}"/>
              </a:ext>
            </a:extLst>
          </p:cNvPr>
          <p:cNvSpPr/>
          <p:nvPr/>
        </p:nvSpPr>
        <p:spPr>
          <a:xfrm rot="16200000" flipH="1">
            <a:off x="6777360" y="2935440"/>
            <a:ext cx="12240" cy="3527280"/>
          </a:xfrm>
          <a:prstGeom prst="curvedConnector3">
            <a:avLst>
              <a:gd name="adj1" fmla="val 5800016"/>
            </a:avLst>
          </a:prstGeom>
          <a:noFill/>
          <a:ln w="28575">
            <a:solidFill>
              <a:srgbClr val="000000"/>
            </a:solidFill>
            <a:headEnd type="triangle" w="med" len="med"/>
            <a:tailEnd type="triangle" w="med" len="med"/>
          </a:ln>
        </p:spPr>
        <p:style>
          <a:lnRef idx="1">
            <a:schemeClr val="dk1"/>
          </a:lnRef>
          <a:fillRef idx="0">
            <a:schemeClr val="dk1"/>
          </a:fillRef>
          <a:effectRef idx="0">
            <a:schemeClr val="dk1"/>
          </a:effectRef>
          <a:fontRef idx="minor"/>
        </p:style>
        <p:txBody>
          <a:bodyPr/>
          <a:lstStyle/>
          <a:p>
            <a:endParaRPr lang="fr-FR"/>
          </a:p>
        </p:txBody>
      </p:sp>
      <p:sp>
        <p:nvSpPr>
          <p:cNvPr id="224" name="Connecteur en arc 58">
            <a:extLst>
              <a:ext uri="{FF2B5EF4-FFF2-40B4-BE49-F238E27FC236}">
                <a16:creationId xmlns:a16="http://schemas.microsoft.com/office/drawing/2014/main" id="{7E3840B9-D2A6-04F2-CB4C-471E1BF448B6}"/>
              </a:ext>
            </a:extLst>
          </p:cNvPr>
          <p:cNvSpPr/>
          <p:nvPr/>
        </p:nvSpPr>
        <p:spPr>
          <a:xfrm rot="5400000">
            <a:off x="6777360" y="2935080"/>
            <a:ext cx="12240" cy="3527280"/>
          </a:xfrm>
          <a:prstGeom prst="curvedConnector3">
            <a:avLst>
              <a:gd name="adj1" fmla="val 8440000"/>
            </a:avLst>
          </a:prstGeom>
          <a:noFill/>
          <a:ln w="28575">
            <a:solidFill>
              <a:srgbClr val="000000"/>
            </a:solidFill>
            <a:headEnd type="triangle" w="med" len="med"/>
            <a:tailEnd type="triangle" w="med" len="med"/>
          </a:ln>
        </p:spPr>
        <p:style>
          <a:lnRef idx="1">
            <a:schemeClr val="dk1"/>
          </a:lnRef>
          <a:fillRef idx="0">
            <a:schemeClr val="dk1"/>
          </a:fillRef>
          <a:effectRef idx="0">
            <a:schemeClr val="dk1"/>
          </a:effectRef>
          <a:fontRef idx="minor"/>
        </p:style>
        <p:txBody>
          <a:bodyPr/>
          <a:lstStyle/>
          <a:p>
            <a:endParaRPr lang="fr-FR"/>
          </a:p>
        </p:txBody>
      </p:sp>
      <p:sp>
        <p:nvSpPr>
          <p:cNvPr id="225" name="Connecteur en arc 63">
            <a:extLst>
              <a:ext uri="{FF2B5EF4-FFF2-40B4-BE49-F238E27FC236}">
                <a16:creationId xmlns:a16="http://schemas.microsoft.com/office/drawing/2014/main" id="{ED25A166-7BE4-8F95-9AF5-C1C41DF295A6}"/>
              </a:ext>
            </a:extLst>
          </p:cNvPr>
          <p:cNvSpPr/>
          <p:nvPr/>
        </p:nvSpPr>
        <p:spPr>
          <a:xfrm rot="16200000" flipH="1">
            <a:off x="6749640" y="4131360"/>
            <a:ext cx="12240" cy="1135440"/>
          </a:xfrm>
          <a:prstGeom prst="curvedConnector3">
            <a:avLst>
              <a:gd name="adj1" fmla="val 1320000"/>
            </a:avLst>
          </a:prstGeom>
          <a:noFill/>
          <a:ln w="28575">
            <a:solidFill>
              <a:srgbClr val="000000"/>
            </a:solidFill>
            <a:headEnd type="triangle" w="med" len="med"/>
            <a:tailEnd type="triangle" w="med" len="med"/>
          </a:ln>
        </p:spPr>
        <p:style>
          <a:lnRef idx="1">
            <a:schemeClr val="dk1"/>
          </a:lnRef>
          <a:fillRef idx="0">
            <a:schemeClr val="dk1"/>
          </a:fillRef>
          <a:effectRef idx="0">
            <a:schemeClr val="dk1"/>
          </a:effectRef>
          <a:fontRef idx="minor"/>
        </p:style>
        <p:txBody>
          <a:bodyPr/>
          <a:lstStyle/>
          <a:p>
            <a:endParaRPr lang="fr-FR"/>
          </a:p>
        </p:txBody>
      </p:sp>
      <p:sp>
        <p:nvSpPr>
          <p:cNvPr id="226" name="Connecteur en arc 66">
            <a:extLst>
              <a:ext uri="{FF2B5EF4-FFF2-40B4-BE49-F238E27FC236}">
                <a16:creationId xmlns:a16="http://schemas.microsoft.com/office/drawing/2014/main" id="{1403B8ED-4025-82AE-BEA6-8622292A4353}"/>
              </a:ext>
            </a:extLst>
          </p:cNvPr>
          <p:cNvSpPr/>
          <p:nvPr/>
        </p:nvSpPr>
        <p:spPr>
          <a:xfrm rot="16200000" flipH="1">
            <a:off x="6749640" y="4131360"/>
            <a:ext cx="12240" cy="1135440"/>
          </a:xfrm>
          <a:prstGeom prst="curvedConnector3">
            <a:avLst>
              <a:gd name="adj1" fmla="val 3080016"/>
            </a:avLst>
          </a:prstGeom>
          <a:noFill/>
          <a:ln w="28575">
            <a:solidFill>
              <a:srgbClr val="000000"/>
            </a:solidFill>
            <a:headEnd type="triangle" w="med" len="med"/>
            <a:tailEnd type="triangle" w="med" len="med"/>
          </a:ln>
        </p:spPr>
        <p:style>
          <a:lnRef idx="1">
            <a:schemeClr val="dk1"/>
          </a:lnRef>
          <a:fillRef idx="0">
            <a:schemeClr val="dk1"/>
          </a:fillRef>
          <a:effectRef idx="0">
            <a:schemeClr val="dk1"/>
          </a:effectRef>
          <a:fontRef idx="minor"/>
        </p:style>
        <p:txBody>
          <a:bodyPr/>
          <a:lstStyle/>
          <a:p>
            <a:endParaRPr lang="fr-FR"/>
          </a:p>
        </p:txBody>
      </p:sp>
      <p:sp>
        <p:nvSpPr>
          <p:cNvPr id="227" name="Connecteur droit avec flèche 81">
            <a:extLst>
              <a:ext uri="{FF2B5EF4-FFF2-40B4-BE49-F238E27FC236}">
                <a16:creationId xmlns:a16="http://schemas.microsoft.com/office/drawing/2014/main" id="{1B6E7216-586B-DAB6-4BD9-8460D1DC5D8C}"/>
              </a:ext>
            </a:extLst>
          </p:cNvPr>
          <p:cNvSpPr/>
          <p:nvPr/>
        </p:nvSpPr>
        <p:spPr>
          <a:xfrm flipV="1">
            <a:off x="5003056" y="5678935"/>
            <a:ext cx="360" cy="263880"/>
          </a:xfrm>
          <a:custGeom>
            <a:avLst/>
            <a:gdLst/>
            <a:ahLst/>
            <a:cxnLst/>
            <a:rect l="l" t="t" r="r" b="b"/>
            <a:pathLst>
              <a:path w="21600" h="21600">
                <a:moveTo>
                  <a:pt x="0" y="0"/>
                </a:moveTo>
                <a:lnTo>
                  <a:pt x="21600" y="21600"/>
                </a:lnTo>
              </a:path>
            </a:pathLst>
          </a:custGeom>
          <a:noFill/>
          <a:ln>
            <a:solidFill>
              <a:srgbClr val="4472C4"/>
            </a:solidFill>
            <a:tailEnd type="triangle" w="med" len="med"/>
          </a:ln>
        </p:spPr>
        <p:style>
          <a:lnRef idx="1">
            <a:schemeClr val="accent1"/>
          </a:lnRef>
          <a:fillRef idx="0">
            <a:schemeClr val="accent1"/>
          </a:fillRef>
          <a:effectRef idx="0">
            <a:schemeClr val="accent1"/>
          </a:effectRef>
          <a:fontRef idx="minor"/>
        </p:style>
        <p:txBody>
          <a:bodyPr/>
          <a:lstStyle/>
          <a:p>
            <a:endParaRPr lang="fr-FR"/>
          </a:p>
        </p:txBody>
      </p:sp>
      <p:sp>
        <p:nvSpPr>
          <p:cNvPr id="228" name="Connecteur droit avec flèche 82">
            <a:extLst>
              <a:ext uri="{FF2B5EF4-FFF2-40B4-BE49-F238E27FC236}">
                <a16:creationId xmlns:a16="http://schemas.microsoft.com/office/drawing/2014/main" id="{C1D76054-21A4-BEF8-B626-C902ACC60D31}"/>
              </a:ext>
            </a:extLst>
          </p:cNvPr>
          <p:cNvSpPr/>
          <p:nvPr/>
        </p:nvSpPr>
        <p:spPr>
          <a:xfrm flipV="1">
            <a:off x="8548920" y="5680440"/>
            <a:ext cx="360" cy="263880"/>
          </a:xfrm>
          <a:custGeom>
            <a:avLst/>
            <a:gdLst/>
            <a:ahLst/>
            <a:cxnLst/>
            <a:rect l="l" t="t" r="r" b="b"/>
            <a:pathLst>
              <a:path w="21600" h="21600">
                <a:moveTo>
                  <a:pt x="0" y="0"/>
                </a:moveTo>
                <a:lnTo>
                  <a:pt x="21600" y="21600"/>
                </a:lnTo>
              </a:path>
            </a:pathLst>
          </a:custGeom>
          <a:noFill/>
          <a:ln>
            <a:solidFill>
              <a:srgbClr val="4472C4"/>
            </a:solidFill>
            <a:tailEnd type="triangle" w="med" len="med"/>
          </a:ln>
        </p:spPr>
        <p:style>
          <a:lnRef idx="1">
            <a:schemeClr val="accent1"/>
          </a:lnRef>
          <a:fillRef idx="0">
            <a:schemeClr val="accent1"/>
          </a:fillRef>
          <a:effectRef idx="0">
            <a:schemeClr val="accent1"/>
          </a:effectRef>
          <a:fontRef idx="minor"/>
        </p:style>
        <p:txBody>
          <a:bodyPr/>
          <a:lstStyle/>
          <a:p>
            <a:endParaRPr lang="fr-FR"/>
          </a:p>
        </p:txBody>
      </p:sp>
      <p:sp>
        <p:nvSpPr>
          <p:cNvPr id="229" name="ZoneTexte 86">
            <a:extLst>
              <a:ext uri="{FF2B5EF4-FFF2-40B4-BE49-F238E27FC236}">
                <a16:creationId xmlns:a16="http://schemas.microsoft.com/office/drawing/2014/main" id="{F4CAD97D-B569-A9CA-3A02-B588378954DE}"/>
              </a:ext>
            </a:extLst>
          </p:cNvPr>
          <p:cNvSpPr/>
          <p:nvPr/>
        </p:nvSpPr>
        <p:spPr>
          <a:xfrm>
            <a:off x="4688776" y="5928775"/>
            <a:ext cx="633600" cy="2570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buNone/>
            </a:pPr>
            <a:r>
              <a:rPr lang="fr-FR" sz="1100" b="0" strike="noStrike" spc="-1">
                <a:solidFill>
                  <a:srgbClr val="000000"/>
                </a:solidFill>
                <a:latin typeface="Calibri"/>
              </a:rPr>
              <a:t>premier</a:t>
            </a:r>
            <a:endParaRPr lang="fr-FR" sz="1100" b="0" strike="noStrike" spc="-1">
              <a:latin typeface="Arial"/>
            </a:endParaRPr>
          </a:p>
        </p:txBody>
      </p:sp>
      <p:sp>
        <p:nvSpPr>
          <p:cNvPr id="230" name="ZoneTexte 87">
            <a:extLst>
              <a:ext uri="{FF2B5EF4-FFF2-40B4-BE49-F238E27FC236}">
                <a16:creationId xmlns:a16="http://schemas.microsoft.com/office/drawing/2014/main" id="{AD165B7B-9082-0AA3-CC3A-020643C26ECC}"/>
              </a:ext>
            </a:extLst>
          </p:cNvPr>
          <p:cNvSpPr/>
          <p:nvPr/>
        </p:nvSpPr>
        <p:spPr>
          <a:xfrm>
            <a:off x="8242200" y="5945400"/>
            <a:ext cx="597240" cy="2570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buNone/>
            </a:pPr>
            <a:r>
              <a:rPr lang="fr-FR" sz="1100" b="0" strike="noStrike" spc="-1">
                <a:solidFill>
                  <a:srgbClr val="000000"/>
                </a:solidFill>
                <a:latin typeface="Calibri"/>
              </a:rPr>
              <a:t>dernier</a:t>
            </a:r>
            <a:endParaRPr lang="fr-FR" sz="1100" b="0" strike="noStrike" spc="-1">
              <a:latin typeface="Arial"/>
            </a:endParaRPr>
          </a:p>
        </p:txBody>
      </p:sp>
    </p:spTree>
    <p:extLst>
      <p:ext uri="{BB962C8B-B14F-4D97-AF65-F5344CB8AC3E}">
        <p14:creationId xmlns:p14="http://schemas.microsoft.com/office/powerpoint/2010/main" val="25930265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576414-3C31-E80A-C7EF-A1750694FFB8}"/>
            </a:ext>
          </a:extLst>
        </p:cNvPr>
        <p:cNvGrpSpPr/>
        <p:nvPr/>
      </p:nvGrpSpPr>
      <p:grpSpPr>
        <a:xfrm>
          <a:off x="0" y="0"/>
          <a:ext cx="0" cy="0"/>
          <a:chOff x="0" y="0"/>
          <a:chExt cx="0" cy="0"/>
        </a:xfrm>
      </p:grpSpPr>
      <p:sp>
        <p:nvSpPr>
          <p:cNvPr id="205" name="PlaceHolder 1">
            <a:extLst>
              <a:ext uri="{FF2B5EF4-FFF2-40B4-BE49-F238E27FC236}">
                <a16:creationId xmlns:a16="http://schemas.microsoft.com/office/drawing/2014/main" id="{74414BF7-681B-117D-B533-9B59CBE19A50}"/>
              </a:ext>
            </a:extLst>
          </p:cNvPr>
          <p:cNvSpPr>
            <a:spLocks noGrp="1"/>
          </p:cNvSpPr>
          <p:nvPr>
            <p:ph type="title"/>
          </p:nvPr>
        </p:nvSpPr>
        <p:spPr>
          <a:xfrm>
            <a:off x="838080" y="291600"/>
            <a:ext cx="10515240" cy="1325160"/>
          </a:xfrm>
          <a:prstGeom prst="rect">
            <a:avLst/>
          </a:prstGeom>
          <a:noFill/>
          <a:ln w="0">
            <a:noFill/>
          </a:ln>
        </p:spPr>
        <p:txBody>
          <a:bodyPr anchor="ctr">
            <a:noAutofit/>
          </a:bodyPr>
          <a:lstStyle/>
          <a:p>
            <a:pPr>
              <a:lnSpc>
                <a:spcPct val="90000"/>
              </a:lnSpc>
              <a:buNone/>
            </a:pPr>
            <a:r>
              <a:rPr lang="fr-FR" sz="4400" b="1" strike="noStrike" spc="-1">
                <a:solidFill>
                  <a:srgbClr val="3C56AF"/>
                </a:solidFill>
                <a:latin typeface="HK Grotesk"/>
              </a:rPr>
              <a:t>Suppression de 3 pièces</a:t>
            </a:r>
            <a:endParaRPr lang="fr-FR" sz="4400" b="0" strike="noStrike" spc="-1">
              <a:solidFill>
                <a:srgbClr val="000000"/>
              </a:solidFill>
              <a:latin typeface="Calibri"/>
            </a:endParaRPr>
          </a:p>
        </p:txBody>
      </p:sp>
      <p:sp>
        <p:nvSpPr>
          <p:cNvPr id="209" name="Ellipse 9">
            <a:extLst>
              <a:ext uri="{FF2B5EF4-FFF2-40B4-BE49-F238E27FC236}">
                <a16:creationId xmlns:a16="http://schemas.microsoft.com/office/drawing/2014/main" id="{41748B97-97B1-B757-C59C-C17710B6CE76}"/>
              </a:ext>
            </a:extLst>
          </p:cNvPr>
          <p:cNvSpPr/>
          <p:nvPr/>
        </p:nvSpPr>
        <p:spPr>
          <a:xfrm>
            <a:off x="5821200" y="3979080"/>
            <a:ext cx="719640" cy="719640"/>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a:lstStyle/>
          <a:p>
            <a:endParaRPr lang="fr-FR"/>
          </a:p>
        </p:txBody>
      </p:sp>
      <p:sp>
        <p:nvSpPr>
          <p:cNvPr id="210" name="Triangle 10">
            <a:extLst>
              <a:ext uri="{FF2B5EF4-FFF2-40B4-BE49-F238E27FC236}">
                <a16:creationId xmlns:a16="http://schemas.microsoft.com/office/drawing/2014/main" id="{33293CEE-9444-A322-2172-5BEDF96E9A99}"/>
              </a:ext>
            </a:extLst>
          </p:cNvPr>
          <p:cNvSpPr/>
          <p:nvPr/>
        </p:nvSpPr>
        <p:spPr>
          <a:xfrm>
            <a:off x="6899040" y="3979080"/>
            <a:ext cx="835920" cy="719640"/>
          </a:xfrm>
          <a:prstGeom prst="triangle">
            <a:avLst>
              <a:gd name="adj" fmla="val 50000"/>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a:lstStyle/>
          <a:p>
            <a:endParaRPr lang="fr-FR"/>
          </a:p>
        </p:txBody>
      </p:sp>
      <p:sp>
        <p:nvSpPr>
          <p:cNvPr id="211" name="Rectangle 11">
            <a:extLst>
              <a:ext uri="{FF2B5EF4-FFF2-40B4-BE49-F238E27FC236}">
                <a16:creationId xmlns:a16="http://schemas.microsoft.com/office/drawing/2014/main" id="{53C1010D-5B0F-3DF5-0F91-42776F8B2D98}"/>
              </a:ext>
            </a:extLst>
          </p:cNvPr>
          <p:cNvSpPr/>
          <p:nvPr/>
        </p:nvSpPr>
        <p:spPr>
          <a:xfrm>
            <a:off x="8180640" y="3979080"/>
            <a:ext cx="719640" cy="71964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p:style>
        <p:txBody>
          <a:bodyPr/>
          <a:lstStyle/>
          <a:p>
            <a:endParaRPr lang="fr-FR"/>
          </a:p>
        </p:txBody>
      </p:sp>
      <p:sp>
        <p:nvSpPr>
          <p:cNvPr id="212" name="ZoneTexte 13">
            <a:extLst>
              <a:ext uri="{FF2B5EF4-FFF2-40B4-BE49-F238E27FC236}">
                <a16:creationId xmlns:a16="http://schemas.microsoft.com/office/drawing/2014/main" id="{76073205-BEFB-B68A-680D-467BF14708B1}"/>
              </a:ext>
            </a:extLst>
          </p:cNvPr>
          <p:cNvSpPr/>
          <p:nvPr/>
        </p:nvSpPr>
        <p:spPr>
          <a:xfrm>
            <a:off x="887760" y="1747080"/>
            <a:ext cx="7860600" cy="638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buNone/>
            </a:pPr>
            <a:r>
              <a:rPr lang="fr-FR" sz="1800" b="1" strike="noStrike" spc="-1">
                <a:solidFill>
                  <a:srgbClr val="000000"/>
                </a:solidFill>
                <a:latin typeface="Calibri"/>
              </a:rPr>
              <a:t>Principe</a:t>
            </a:r>
            <a:br>
              <a:rPr sz="1800"/>
            </a:br>
            <a:r>
              <a:rPr lang="fr-FR" sz="1800" b="0" strike="noStrike" spc="-1">
                <a:solidFill>
                  <a:srgbClr val="000000"/>
                </a:solidFill>
                <a:latin typeface="Calibri"/>
              </a:rPr>
              <a:t>Après avoir insérer à gauche par exemple, on se retrouve dans cette configuration :</a:t>
            </a:r>
            <a:endParaRPr lang="fr-FR" sz="1800" b="0" strike="noStrike" spc="-1">
              <a:latin typeface="Arial"/>
            </a:endParaRPr>
          </a:p>
        </p:txBody>
      </p:sp>
      <p:sp>
        <p:nvSpPr>
          <p:cNvPr id="215" name="Connecteur droit avec flèche 18">
            <a:extLst>
              <a:ext uri="{FF2B5EF4-FFF2-40B4-BE49-F238E27FC236}">
                <a16:creationId xmlns:a16="http://schemas.microsoft.com/office/drawing/2014/main" id="{6DC50DAD-26AC-48FF-A098-5C34BB5B10CF}"/>
              </a:ext>
            </a:extLst>
          </p:cNvPr>
          <p:cNvSpPr/>
          <p:nvPr/>
        </p:nvSpPr>
        <p:spPr>
          <a:xfrm>
            <a:off x="6538680" y="4334400"/>
            <a:ext cx="568800" cy="4680"/>
          </a:xfrm>
          <a:custGeom>
            <a:avLst/>
            <a:gdLst/>
            <a:ahLst/>
            <a:cxnLst/>
            <a:rect l="l" t="t" r="r" b="b"/>
            <a:pathLst>
              <a:path w="21600" h="21600">
                <a:moveTo>
                  <a:pt x="0" y="0"/>
                </a:moveTo>
                <a:lnTo>
                  <a:pt x="21600" y="21600"/>
                </a:lnTo>
              </a:path>
            </a:pathLst>
          </a:custGeom>
          <a:noFill/>
          <a:ln w="38100">
            <a:solidFill>
              <a:srgbClr val="4472C4"/>
            </a:solidFill>
            <a:tailEnd type="triangle" w="med" len="med"/>
          </a:ln>
        </p:spPr>
        <p:style>
          <a:lnRef idx="1">
            <a:schemeClr val="accent1"/>
          </a:lnRef>
          <a:fillRef idx="0">
            <a:schemeClr val="accent1"/>
          </a:fillRef>
          <a:effectRef idx="0">
            <a:schemeClr val="accent1"/>
          </a:effectRef>
          <a:fontRef idx="minor"/>
        </p:style>
        <p:txBody>
          <a:bodyPr/>
          <a:lstStyle/>
          <a:p>
            <a:endParaRPr lang="fr-FR"/>
          </a:p>
        </p:txBody>
      </p:sp>
      <p:sp>
        <p:nvSpPr>
          <p:cNvPr id="216" name="Connecteur droit avec flèche 19">
            <a:extLst>
              <a:ext uri="{FF2B5EF4-FFF2-40B4-BE49-F238E27FC236}">
                <a16:creationId xmlns:a16="http://schemas.microsoft.com/office/drawing/2014/main" id="{E7B60458-1A84-7B3C-F901-D307D7F29EDD}"/>
              </a:ext>
            </a:extLst>
          </p:cNvPr>
          <p:cNvSpPr/>
          <p:nvPr/>
        </p:nvSpPr>
        <p:spPr>
          <a:xfrm>
            <a:off x="7526160" y="4339080"/>
            <a:ext cx="655560" cy="360"/>
          </a:xfrm>
          <a:custGeom>
            <a:avLst/>
            <a:gdLst/>
            <a:ahLst/>
            <a:cxnLst/>
            <a:rect l="l" t="t" r="r" b="b"/>
            <a:pathLst>
              <a:path w="21600" h="21600">
                <a:moveTo>
                  <a:pt x="0" y="0"/>
                </a:moveTo>
                <a:lnTo>
                  <a:pt x="21600" y="21600"/>
                </a:lnTo>
              </a:path>
            </a:pathLst>
          </a:custGeom>
          <a:noFill/>
          <a:ln w="38100">
            <a:solidFill>
              <a:srgbClr val="4472C4"/>
            </a:solidFill>
            <a:tailEnd type="triangle" w="med" len="med"/>
          </a:ln>
        </p:spPr>
        <p:style>
          <a:lnRef idx="1">
            <a:schemeClr val="accent1"/>
          </a:lnRef>
          <a:fillRef idx="0">
            <a:schemeClr val="accent1"/>
          </a:fillRef>
          <a:effectRef idx="0">
            <a:schemeClr val="accent1"/>
          </a:effectRef>
          <a:fontRef idx="minor"/>
        </p:style>
        <p:txBody>
          <a:bodyPr/>
          <a:lstStyle/>
          <a:p>
            <a:endParaRPr lang="fr-FR"/>
          </a:p>
        </p:txBody>
      </p:sp>
      <p:sp>
        <p:nvSpPr>
          <p:cNvPr id="217" name="Connecteur en arc 24">
            <a:extLst>
              <a:ext uri="{FF2B5EF4-FFF2-40B4-BE49-F238E27FC236}">
                <a16:creationId xmlns:a16="http://schemas.microsoft.com/office/drawing/2014/main" id="{F258FA61-1BB9-4060-2A63-93D0D476A441}"/>
              </a:ext>
            </a:extLst>
          </p:cNvPr>
          <p:cNvSpPr/>
          <p:nvPr/>
        </p:nvSpPr>
        <p:spPr>
          <a:xfrm rot="16200000" flipH="1" flipV="1">
            <a:off x="7341120" y="2825641"/>
            <a:ext cx="45719" cy="2351880"/>
          </a:xfrm>
          <a:prstGeom prst="curvedConnector3">
            <a:avLst>
              <a:gd name="adj1" fmla="val -2674888"/>
            </a:avLst>
          </a:prstGeom>
          <a:noFill/>
          <a:ln w="38100">
            <a:solidFill>
              <a:srgbClr val="4472C4"/>
            </a:solidFill>
            <a:tailEnd type="triangle" w="med" len="med"/>
          </a:ln>
        </p:spPr>
        <p:style>
          <a:lnRef idx="1">
            <a:schemeClr val="accent1"/>
          </a:lnRef>
          <a:fillRef idx="0">
            <a:schemeClr val="accent1"/>
          </a:fillRef>
          <a:effectRef idx="0">
            <a:schemeClr val="accent1"/>
          </a:effectRef>
          <a:fontRef idx="minor"/>
        </p:style>
        <p:txBody>
          <a:bodyPr/>
          <a:lstStyle/>
          <a:p>
            <a:endParaRPr lang="fr-FR"/>
          </a:p>
        </p:txBody>
      </p:sp>
      <p:sp>
        <p:nvSpPr>
          <p:cNvPr id="221" name="Connecteur en arc 43">
            <a:extLst>
              <a:ext uri="{FF2B5EF4-FFF2-40B4-BE49-F238E27FC236}">
                <a16:creationId xmlns:a16="http://schemas.microsoft.com/office/drawing/2014/main" id="{1277B93D-E501-0F99-E83D-3062F6C7C1E2}"/>
              </a:ext>
            </a:extLst>
          </p:cNvPr>
          <p:cNvSpPr/>
          <p:nvPr/>
        </p:nvSpPr>
        <p:spPr>
          <a:xfrm rot="16200000" flipV="1">
            <a:off x="6181200" y="3830040"/>
            <a:ext cx="12240" cy="508680"/>
          </a:xfrm>
          <a:prstGeom prst="curvedConnector3">
            <a:avLst>
              <a:gd name="adj1" fmla="val 1990252"/>
            </a:avLst>
          </a:prstGeom>
          <a:noFill/>
          <a:ln w="28575">
            <a:solidFill>
              <a:srgbClr val="ED7D31"/>
            </a:solidFill>
            <a:headEnd type="triangle" w="med" len="med"/>
            <a:tailEnd type="triangle" w="med" len="med"/>
          </a:ln>
        </p:spPr>
        <p:style>
          <a:lnRef idx="1">
            <a:schemeClr val="accent2"/>
          </a:lnRef>
          <a:fillRef idx="0">
            <a:schemeClr val="accent2"/>
          </a:fillRef>
          <a:effectRef idx="0">
            <a:schemeClr val="accent2"/>
          </a:effectRef>
          <a:fontRef idx="minor"/>
        </p:style>
        <p:txBody>
          <a:bodyPr/>
          <a:lstStyle/>
          <a:p>
            <a:endParaRPr lang="fr-FR"/>
          </a:p>
        </p:txBody>
      </p:sp>
      <p:sp>
        <p:nvSpPr>
          <p:cNvPr id="222" name="Connecteur en arc 49">
            <a:extLst>
              <a:ext uri="{FF2B5EF4-FFF2-40B4-BE49-F238E27FC236}">
                <a16:creationId xmlns:a16="http://schemas.microsoft.com/office/drawing/2014/main" id="{8778F7D7-897F-DA16-D324-0EFF3BD24EB4}"/>
              </a:ext>
            </a:extLst>
          </p:cNvPr>
          <p:cNvSpPr/>
          <p:nvPr/>
        </p:nvSpPr>
        <p:spPr>
          <a:xfrm rot="10800000" flipH="1">
            <a:off x="7107480" y="4339800"/>
            <a:ext cx="417960" cy="12240"/>
          </a:xfrm>
          <a:prstGeom prst="curvedConnector5">
            <a:avLst>
              <a:gd name="adj1" fmla="val -49808"/>
              <a:gd name="adj2" fmla="val 4515131"/>
              <a:gd name="adj3" fmla="val 144949"/>
            </a:avLst>
          </a:prstGeom>
          <a:noFill/>
          <a:ln w="28575">
            <a:solidFill>
              <a:srgbClr val="ED7D31"/>
            </a:solidFill>
            <a:headEnd type="triangle" w="med" len="med"/>
            <a:tailEnd type="triangle" w="med" len="med"/>
          </a:ln>
        </p:spPr>
        <p:style>
          <a:lnRef idx="1">
            <a:schemeClr val="accent2"/>
          </a:lnRef>
          <a:fillRef idx="0">
            <a:schemeClr val="accent2"/>
          </a:fillRef>
          <a:effectRef idx="0">
            <a:schemeClr val="accent2"/>
          </a:effectRef>
          <a:fontRef idx="minor"/>
        </p:style>
        <p:txBody>
          <a:bodyPr/>
          <a:lstStyle/>
          <a:p>
            <a:endParaRPr lang="fr-FR"/>
          </a:p>
        </p:txBody>
      </p:sp>
      <p:sp>
        <p:nvSpPr>
          <p:cNvPr id="225" name="Connecteur en arc 63">
            <a:extLst>
              <a:ext uri="{FF2B5EF4-FFF2-40B4-BE49-F238E27FC236}">
                <a16:creationId xmlns:a16="http://schemas.microsoft.com/office/drawing/2014/main" id="{03377C43-E585-66AB-7CB1-6A4E36B4F413}"/>
              </a:ext>
            </a:extLst>
          </p:cNvPr>
          <p:cNvSpPr/>
          <p:nvPr/>
        </p:nvSpPr>
        <p:spPr>
          <a:xfrm rot="16200000" flipH="1">
            <a:off x="6749640" y="4131360"/>
            <a:ext cx="12240" cy="1135440"/>
          </a:xfrm>
          <a:prstGeom prst="curvedConnector3">
            <a:avLst>
              <a:gd name="adj1" fmla="val 1320000"/>
            </a:avLst>
          </a:prstGeom>
          <a:noFill/>
          <a:ln w="28575">
            <a:solidFill>
              <a:srgbClr val="000000"/>
            </a:solidFill>
            <a:headEnd type="triangle" w="med" len="med"/>
            <a:tailEnd type="triangle" w="med" len="med"/>
          </a:ln>
        </p:spPr>
        <p:style>
          <a:lnRef idx="1">
            <a:schemeClr val="dk1"/>
          </a:lnRef>
          <a:fillRef idx="0">
            <a:schemeClr val="dk1"/>
          </a:fillRef>
          <a:effectRef idx="0">
            <a:schemeClr val="dk1"/>
          </a:effectRef>
          <a:fontRef idx="minor"/>
        </p:style>
        <p:txBody>
          <a:bodyPr/>
          <a:lstStyle/>
          <a:p>
            <a:endParaRPr lang="fr-FR"/>
          </a:p>
        </p:txBody>
      </p:sp>
      <p:sp>
        <p:nvSpPr>
          <p:cNvPr id="226" name="Connecteur en arc 66">
            <a:extLst>
              <a:ext uri="{FF2B5EF4-FFF2-40B4-BE49-F238E27FC236}">
                <a16:creationId xmlns:a16="http://schemas.microsoft.com/office/drawing/2014/main" id="{BCA8538D-BC7C-BE86-77A0-CCE1A7ECAF54}"/>
              </a:ext>
            </a:extLst>
          </p:cNvPr>
          <p:cNvSpPr/>
          <p:nvPr/>
        </p:nvSpPr>
        <p:spPr>
          <a:xfrm rot="16200000" flipH="1">
            <a:off x="6749640" y="4131360"/>
            <a:ext cx="12240" cy="1135440"/>
          </a:xfrm>
          <a:prstGeom prst="curvedConnector3">
            <a:avLst>
              <a:gd name="adj1" fmla="val 3080016"/>
            </a:avLst>
          </a:prstGeom>
          <a:noFill/>
          <a:ln w="28575">
            <a:solidFill>
              <a:srgbClr val="000000"/>
            </a:solidFill>
            <a:headEnd type="triangle" w="med" len="med"/>
            <a:tailEnd type="triangle" w="med" len="med"/>
          </a:ln>
        </p:spPr>
        <p:style>
          <a:lnRef idx="1">
            <a:schemeClr val="dk1"/>
          </a:lnRef>
          <a:fillRef idx="0">
            <a:schemeClr val="dk1"/>
          </a:fillRef>
          <a:effectRef idx="0">
            <a:schemeClr val="dk1"/>
          </a:effectRef>
          <a:fontRef idx="minor"/>
        </p:style>
        <p:txBody>
          <a:bodyPr/>
          <a:lstStyle/>
          <a:p>
            <a:endParaRPr lang="fr-FR"/>
          </a:p>
        </p:txBody>
      </p:sp>
      <p:sp>
        <p:nvSpPr>
          <p:cNvPr id="227" name="Connecteur droit avec flèche 81">
            <a:extLst>
              <a:ext uri="{FF2B5EF4-FFF2-40B4-BE49-F238E27FC236}">
                <a16:creationId xmlns:a16="http://schemas.microsoft.com/office/drawing/2014/main" id="{08862A63-0543-603D-4891-E57C86D565D4}"/>
              </a:ext>
            </a:extLst>
          </p:cNvPr>
          <p:cNvSpPr/>
          <p:nvPr/>
        </p:nvSpPr>
        <p:spPr>
          <a:xfrm flipV="1">
            <a:off x="6135480" y="5695560"/>
            <a:ext cx="360" cy="263880"/>
          </a:xfrm>
          <a:custGeom>
            <a:avLst/>
            <a:gdLst/>
            <a:ahLst/>
            <a:cxnLst/>
            <a:rect l="l" t="t" r="r" b="b"/>
            <a:pathLst>
              <a:path w="21600" h="21600">
                <a:moveTo>
                  <a:pt x="0" y="0"/>
                </a:moveTo>
                <a:lnTo>
                  <a:pt x="21600" y="21600"/>
                </a:lnTo>
              </a:path>
            </a:pathLst>
          </a:custGeom>
          <a:noFill/>
          <a:ln>
            <a:solidFill>
              <a:srgbClr val="4472C4"/>
            </a:solidFill>
            <a:tailEnd type="triangle" w="med" len="med"/>
          </a:ln>
        </p:spPr>
        <p:style>
          <a:lnRef idx="1">
            <a:schemeClr val="accent1"/>
          </a:lnRef>
          <a:fillRef idx="0">
            <a:schemeClr val="accent1"/>
          </a:fillRef>
          <a:effectRef idx="0">
            <a:schemeClr val="accent1"/>
          </a:effectRef>
          <a:fontRef idx="minor"/>
        </p:style>
        <p:txBody>
          <a:bodyPr/>
          <a:lstStyle/>
          <a:p>
            <a:endParaRPr lang="fr-FR"/>
          </a:p>
        </p:txBody>
      </p:sp>
      <p:sp>
        <p:nvSpPr>
          <p:cNvPr id="228" name="Connecteur droit avec flèche 82">
            <a:extLst>
              <a:ext uri="{FF2B5EF4-FFF2-40B4-BE49-F238E27FC236}">
                <a16:creationId xmlns:a16="http://schemas.microsoft.com/office/drawing/2014/main" id="{D58C8737-62F3-E2A2-FDC6-340922634A1F}"/>
              </a:ext>
            </a:extLst>
          </p:cNvPr>
          <p:cNvSpPr/>
          <p:nvPr/>
        </p:nvSpPr>
        <p:spPr>
          <a:xfrm flipV="1">
            <a:off x="8548920" y="5680440"/>
            <a:ext cx="360" cy="263880"/>
          </a:xfrm>
          <a:custGeom>
            <a:avLst/>
            <a:gdLst/>
            <a:ahLst/>
            <a:cxnLst/>
            <a:rect l="l" t="t" r="r" b="b"/>
            <a:pathLst>
              <a:path w="21600" h="21600">
                <a:moveTo>
                  <a:pt x="0" y="0"/>
                </a:moveTo>
                <a:lnTo>
                  <a:pt x="21600" y="21600"/>
                </a:lnTo>
              </a:path>
            </a:pathLst>
          </a:custGeom>
          <a:noFill/>
          <a:ln>
            <a:solidFill>
              <a:srgbClr val="4472C4"/>
            </a:solidFill>
            <a:tailEnd type="triangle" w="med" len="med"/>
          </a:ln>
        </p:spPr>
        <p:style>
          <a:lnRef idx="1">
            <a:schemeClr val="accent1"/>
          </a:lnRef>
          <a:fillRef idx="0">
            <a:schemeClr val="accent1"/>
          </a:fillRef>
          <a:effectRef idx="0">
            <a:schemeClr val="accent1"/>
          </a:effectRef>
          <a:fontRef idx="minor"/>
        </p:style>
        <p:txBody>
          <a:bodyPr/>
          <a:lstStyle/>
          <a:p>
            <a:endParaRPr lang="fr-FR"/>
          </a:p>
        </p:txBody>
      </p:sp>
      <p:sp>
        <p:nvSpPr>
          <p:cNvPr id="229" name="ZoneTexte 86">
            <a:extLst>
              <a:ext uri="{FF2B5EF4-FFF2-40B4-BE49-F238E27FC236}">
                <a16:creationId xmlns:a16="http://schemas.microsoft.com/office/drawing/2014/main" id="{0A42D417-FA9C-E8E5-183A-4BD396343550}"/>
              </a:ext>
            </a:extLst>
          </p:cNvPr>
          <p:cNvSpPr/>
          <p:nvPr/>
        </p:nvSpPr>
        <p:spPr>
          <a:xfrm>
            <a:off x="5821200" y="5945400"/>
            <a:ext cx="633600" cy="2570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buNone/>
            </a:pPr>
            <a:r>
              <a:rPr lang="fr-FR" sz="1100" b="0" strike="noStrike" spc="-1">
                <a:solidFill>
                  <a:srgbClr val="000000"/>
                </a:solidFill>
                <a:latin typeface="Calibri"/>
              </a:rPr>
              <a:t>premier</a:t>
            </a:r>
            <a:endParaRPr lang="fr-FR" sz="1100" b="0" strike="noStrike" spc="-1">
              <a:latin typeface="Arial"/>
            </a:endParaRPr>
          </a:p>
        </p:txBody>
      </p:sp>
      <p:sp>
        <p:nvSpPr>
          <p:cNvPr id="230" name="ZoneTexte 87">
            <a:extLst>
              <a:ext uri="{FF2B5EF4-FFF2-40B4-BE49-F238E27FC236}">
                <a16:creationId xmlns:a16="http://schemas.microsoft.com/office/drawing/2014/main" id="{7E2A1EF2-5D1B-5AB5-C059-3F0F43CB8ED1}"/>
              </a:ext>
            </a:extLst>
          </p:cNvPr>
          <p:cNvSpPr/>
          <p:nvPr/>
        </p:nvSpPr>
        <p:spPr>
          <a:xfrm>
            <a:off x="8242200" y="5945400"/>
            <a:ext cx="597240" cy="2570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buNone/>
            </a:pPr>
            <a:r>
              <a:rPr lang="fr-FR" sz="1100" b="0" strike="noStrike" spc="-1">
                <a:solidFill>
                  <a:srgbClr val="000000"/>
                </a:solidFill>
                <a:latin typeface="Calibri"/>
              </a:rPr>
              <a:t>dernier</a:t>
            </a:r>
            <a:endParaRPr lang="fr-FR" sz="1100" b="0" strike="noStrike" spc="-1">
              <a:latin typeface="Arial"/>
            </a:endParaRPr>
          </a:p>
        </p:txBody>
      </p:sp>
      <p:sp>
        <p:nvSpPr>
          <p:cNvPr id="2" name="Connecteur en arc 43">
            <a:extLst>
              <a:ext uri="{FF2B5EF4-FFF2-40B4-BE49-F238E27FC236}">
                <a16:creationId xmlns:a16="http://schemas.microsoft.com/office/drawing/2014/main" id="{EC15C40F-0DF9-7B3C-629E-FCCCC3CA6570}"/>
              </a:ext>
            </a:extLst>
          </p:cNvPr>
          <p:cNvSpPr/>
          <p:nvPr/>
        </p:nvSpPr>
        <p:spPr>
          <a:xfrm rot="16200000" flipV="1">
            <a:off x="8541000" y="3711601"/>
            <a:ext cx="12240" cy="508680"/>
          </a:xfrm>
          <a:prstGeom prst="curvedConnector3">
            <a:avLst>
              <a:gd name="adj1" fmla="val 1990252"/>
            </a:avLst>
          </a:prstGeom>
          <a:noFill/>
          <a:ln w="28575">
            <a:solidFill>
              <a:srgbClr val="ED7D31"/>
            </a:solidFill>
            <a:headEnd type="triangle" w="med" len="med"/>
            <a:tailEnd type="triangle" w="med" len="med"/>
          </a:ln>
        </p:spPr>
        <p:style>
          <a:lnRef idx="1">
            <a:schemeClr val="accent2"/>
          </a:lnRef>
          <a:fillRef idx="0">
            <a:schemeClr val="accent2"/>
          </a:fillRef>
          <a:effectRef idx="0">
            <a:schemeClr val="accent2"/>
          </a:effectRef>
          <a:fontRef idx="minor"/>
        </p:style>
        <p:txBody>
          <a:bodyPr/>
          <a:lstStyle/>
          <a:p>
            <a:endParaRPr lang="fr-FR"/>
          </a:p>
        </p:txBody>
      </p:sp>
      <p:sp>
        <p:nvSpPr>
          <p:cNvPr id="3" name="Connecteur en arc 43">
            <a:extLst>
              <a:ext uri="{FF2B5EF4-FFF2-40B4-BE49-F238E27FC236}">
                <a16:creationId xmlns:a16="http://schemas.microsoft.com/office/drawing/2014/main" id="{C629D98B-8E84-CD3E-7FA3-24D1CE5688F6}"/>
              </a:ext>
            </a:extLst>
          </p:cNvPr>
          <p:cNvSpPr/>
          <p:nvPr/>
        </p:nvSpPr>
        <p:spPr>
          <a:xfrm rot="16200000" flipV="1">
            <a:off x="8533800" y="4452598"/>
            <a:ext cx="12240" cy="508680"/>
          </a:xfrm>
          <a:prstGeom prst="curvedConnector3">
            <a:avLst>
              <a:gd name="adj1" fmla="val -2235531"/>
            </a:avLst>
          </a:prstGeom>
          <a:noFill/>
          <a:ln w="28575">
            <a:solidFill>
              <a:schemeClr val="tx1"/>
            </a:solidFill>
            <a:headEnd type="triangle" w="med" len="med"/>
            <a:tailEnd type="triangle" w="med" len="med"/>
          </a:ln>
        </p:spPr>
        <p:style>
          <a:lnRef idx="1">
            <a:schemeClr val="accent2"/>
          </a:lnRef>
          <a:fillRef idx="0">
            <a:schemeClr val="accent2"/>
          </a:fillRef>
          <a:effectRef idx="0">
            <a:schemeClr val="accent2"/>
          </a:effectRef>
          <a:fontRef idx="minor"/>
        </p:style>
        <p:txBody>
          <a:bodyPr/>
          <a:lstStyle/>
          <a:p>
            <a:endParaRPr lang="fr-FR"/>
          </a:p>
        </p:txBody>
      </p:sp>
    </p:spTree>
    <p:extLst>
      <p:ext uri="{BB962C8B-B14F-4D97-AF65-F5344CB8AC3E}">
        <p14:creationId xmlns:p14="http://schemas.microsoft.com/office/powerpoint/2010/main" val="28680926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 name="PlaceHolder 1"/>
          <p:cNvSpPr>
            <a:spLocks noGrp="1"/>
          </p:cNvSpPr>
          <p:nvPr>
            <p:ph type="title"/>
          </p:nvPr>
        </p:nvSpPr>
        <p:spPr>
          <a:xfrm>
            <a:off x="838080" y="291600"/>
            <a:ext cx="10515240" cy="1325160"/>
          </a:xfrm>
          <a:prstGeom prst="rect">
            <a:avLst/>
          </a:prstGeom>
          <a:noFill/>
          <a:ln w="0">
            <a:noFill/>
          </a:ln>
        </p:spPr>
        <p:txBody>
          <a:bodyPr anchor="ctr">
            <a:noAutofit/>
          </a:bodyPr>
          <a:lstStyle/>
          <a:p>
            <a:pPr>
              <a:lnSpc>
                <a:spcPct val="90000"/>
              </a:lnSpc>
              <a:buNone/>
            </a:pPr>
            <a:r>
              <a:rPr lang="fr-FR" sz="4400" b="1" strike="noStrike" spc="-1">
                <a:solidFill>
                  <a:srgbClr val="3C56AF"/>
                </a:solidFill>
                <a:latin typeface="HK Grotesk"/>
              </a:rPr>
              <a:t>Allocation et libération de la mémoire</a:t>
            </a:r>
            <a:endParaRPr lang="fr-FR" sz="4400" b="0" strike="noStrike" spc="-1">
              <a:solidFill>
                <a:srgbClr val="000000"/>
              </a:solidFill>
              <a:latin typeface="Calibri"/>
            </a:endParaRPr>
          </a:p>
        </p:txBody>
      </p:sp>
      <p:sp>
        <p:nvSpPr>
          <p:cNvPr id="258" name="PlaceHolder 2"/>
          <p:cNvSpPr>
            <a:spLocks noGrp="1"/>
          </p:cNvSpPr>
          <p:nvPr>
            <p:ph/>
          </p:nvPr>
        </p:nvSpPr>
        <p:spPr>
          <a:xfrm>
            <a:off x="838080" y="1752120"/>
            <a:ext cx="10515240" cy="4350960"/>
          </a:xfrm>
          <a:prstGeom prst="rect">
            <a:avLst/>
          </a:prstGeom>
          <a:noFill/>
          <a:ln w="0">
            <a:noFill/>
          </a:ln>
        </p:spPr>
        <p:txBody>
          <a:bodyPr anchor="t">
            <a:normAutofit/>
          </a:bodyPr>
          <a:lstStyle/>
          <a:p>
            <a:pPr>
              <a:lnSpc>
                <a:spcPct val="90000"/>
              </a:lnSpc>
              <a:spcBef>
                <a:spcPts val="1001"/>
              </a:spcBef>
              <a:buNone/>
              <a:tabLst>
                <a:tab pos="0" algn="l"/>
              </a:tabLst>
            </a:pPr>
            <a:r>
              <a:rPr lang="fr-FR" sz="1800" b="0" strike="noStrike" spc="-1">
                <a:solidFill>
                  <a:srgbClr val="202529"/>
                </a:solidFill>
                <a:latin typeface="Open Sans"/>
                <a:ea typeface="Open Sans"/>
              </a:rPr>
              <a:t>Réalisé durant la simulation</a:t>
            </a:r>
            <a:endParaRPr lang="fr-FR" sz="1800" b="0" strike="noStrike" spc="-1">
              <a:solidFill>
                <a:srgbClr val="202529"/>
              </a:solidFill>
              <a:latin typeface="Open Sans"/>
            </a:endParaRPr>
          </a:p>
        </p:txBody>
      </p:sp>
      <p:pic>
        <p:nvPicPr>
          <p:cNvPr id="259" name="Image 258"/>
          <p:cNvPicPr/>
          <p:nvPr/>
        </p:nvPicPr>
        <p:blipFill>
          <a:blip r:embed="rId2"/>
          <a:stretch/>
        </p:blipFill>
        <p:spPr>
          <a:xfrm>
            <a:off x="2548080" y="3046680"/>
            <a:ext cx="6333840" cy="1609200"/>
          </a:xfrm>
          <a:prstGeom prst="rect">
            <a:avLst/>
          </a:prstGeom>
          <a:ln w="0">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0" name="Tableau 11"/>
          <p:cNvGraphicFramePr/>
          <p:nvPr/>
        </p:nvGraphicFramePr>
        <p:xfrm>
          <a:off x="1414440" y="2123280"/>
          <a:ext cx="9362880" cy="2611440"/>
        </p:xfrm>
        <a:graphic>
          <a:graphicData uri="http://schemas.openxmlformats.org/drawingml/2006/table">
            <a:tbl>
              <a:tblPr/>
              <a:tblGrid>
                <a:gridCol w="9362880">
                  <a:extLst>
                    <a:ext uri="{9D8B030D-6E8A-4147-A177-3AD203B41FA5}">
                      <a16:colId xmlns:a16="http://schemas.microsoft.com/office/drawing/2014/main" val="20000"/>
                    </a:ext>
                  </a:extLst>
                </a:gridCol>
              </a:tblGrid>
              <a:tr h="870480">
                <a:tc>
                  <a:txBody>
                    <a:bodyPr/>
                    <a:lstStyle/>
                    <a:p>
                      <a:pPr>
                        <a:lnSpc>
                          <a:spcPct val="100000"/>
                        </a:lnSpc>
                        <a:buNone/>
                      </a:pPr>
                      <a:r>
                        <a:rPr lang="fr-FR" sz="2400" b="1" strike="noStrike" spc="-1">
                          <a:solidFill>
                            <a:srgbClr val="FFFFFF"/>
                          </a:solidFill>
                          <a:latin typeface="HK Grotesk"/>
                        </a:rPr>
                        <a:t>TEPATRICE</a:t>
                      </a:r>
                      <a:endParaRPr lang="fr-FR" sz="2400" b="0" strike="noStrike" spc="-1">
                        <a:latin typeface="Arial"/>
                      </a:endParaRPr>
                    </a:p>
                  </a:txBody>
                  <a:tcPr anchor="ctr">
                    <a:lnL w="12240">
                      <a:solidFill>
                        <a:srgbClr val="FFFFFF"/>
                      </a:solidFill>
                    </a:lnL>
                    <a:lnR w="12240">
                      <a:solidFill>
                        <a:srgbClr val="FFFFFF"/>
                      </a:solidFill>
                    </a:lnR>
                    <a:lnT w="12240">
                      <a:solidFill>
                        <a:srgbClr val="FFFFFF"/>
                      </a:solidFill>
                    </a:lnT>
                    <a:lnB w="38160">
                      <a:solidFill>
                        <a:srgbClr val="FFFFFF"/>
                      </a:solidFill>
                    </a:lnB>
                    <a:solidFill>
                      <a:srgbClr val="4472C4"/>
                    </a:solidFill>
                  </a:tcPr>
                </a:tc>
                <a:extLst>
                  <a:ext uri="{0D108BD9-81ED-4DB2-BD59-A6C34878D82A}">
                    <a16:rowId xmlns:a16="http://schemas.microsoft.com/office/drawing/2014/main" val="10000"/>
                  </a:ext>
                </a:extLst>
              </a:tr>
              <a:tr h="870480">
                <a:tc>
                  <a:txBody>
                    <a:bodyPr/>
                    <a:lstStyle/>
                    <a:p>
                      <a:pPr marL="457200">
                        <a:lnSpc>
                          <a:spcPct val="150000"/>
                        </a:lnSpc>
                        <a:buNone/>
                      </a:pPr>
                      <a:r>
                        <a:rPr lang="fr-FR" sz="1800" b="0" strike="noStrike" spc="-1">
                          <a:solidFill>
                            <a:srgbClr val="000000"/>
                          </a:solidFill>
                          <a:latin typeface="Open Sans"/>
                          <a:ea typeface="Open Sans"/>
                        </a:rPr>
                        <a:t>Tout tétriste</a:t>
                      </a:r>
                      <a:endParaRPr lang="fr-FR" sz="1800" b="0" strike="noStrike" spc="-1">
                        <a:latin typeface="Arial"/>
                      </a:endParaRPr>
                    </a:p>
                  </a:txBody>
                  <a:tcPr anchor="ctr">
                    <a:lnL w="12240">
                      <a:solidFill>
                        <a:srgbClr val="FFFFFF"/>
                      </a:solidFill>
                    </a:lnL>
                    <a:lnR w="12240">
                      <a:solidFill>
                        <a:srgbClr val="FFFFFF"/>
                      </a:solidFill>
                    </a:lnR>
                    <a:lnT w="38160" cap="flat" cmpd="sng" algn="ctr">
                      <a:solidFill>
                        <a:srgbClr val="FFFFFF"/>
                      </a:solidFill>
                      <a:prstDash val="solid"/>
                      <a:round/>
                      <a:headEnd type="none" w="med" len="med"/>
                      <a:tailEnd type="none" w="med" len="med"/>
                    </a:lnT>
                    <a:lnB w="12240">
                      <a:solidFill>
                        <a:srgbClr val="FFFFFF"/>
                      </a:solidFill>
                    </a:lnB>
                    <a:solidFill>
                      <a:srgbClr val="CFD5E9"/>
                    </a:solidFill>
                  </a:tcPr>
                </a:tc>
                <a:extLst>
                  <a:ext uri="{0D108BD9-81ED-4DB2-BD59-A6C34878D82A}">
                    <a16:rowId xmlns:a16="http://schemas.microsoft.com/office/drawing/2014/main" val="10001"/>
                  </a:ext>
                </a:extLst>
              </a:tr>
              <a:tr h="870480">
                <a:tc>
                  <a:txBody>
                    <a:bodyPr/>
                    <a:lstStyle/>
                    <a:p>
                      <a:pPr marL="457200">
                        <a:lnSpc>
                          <a:spcPct val="150000"/>
                        </a:lnSpc>
                        <a:buNone/>
                      </a:pPr>
                      <a:r>
                        <a:rPr lang="fr-FR" sz="1800" b="0" strike="noStrike" spc="-1">
                          <a:solidFill>
                            <a:srgbClr val="000000"/>
                          </a:solidFill>
                          <a:latin typeface="Open Sans"/>
                          <a:ea typeface="Open Sans"/>
                        </a:rPr>
                        <a:t>Décalage forme et couleur fonctionne</a:t>
                      </a:r>
                      <a:endParaRPr lang="fr-FR" sz="1800" b="0" strike="noStrike" spc="-1">
                        <a:latin typeface="Arial"/>
                      </a:endParaRPr>
                    </a:p>
                  </a:txBody>
                  <a:tcPr anchor="ctr">
                    <a:lnL w="12240">
                      <a:solidFill>
                        <a:srgbClr val="FFFFFF"/>
                      </a:solidFill>
                    </a:lnL>
                    <a:lnR w="12240">
                      <a:solidFill>
                        <a:srgbClr val="FFFFFF"/>
                      </a:solidFill>
                    </a:lnR>
                    <a:lnT w="12240">
                      <a:solidFill>
                        <a:srgbClr val="FFFFFF"/>
                      </a:solidFill>
                    </a:lnT>
                    <a:lnB w="12240">
                      <a:solidFill>
                        <a:srgbClr val="FFFFFF"/>
                      </a:solidFill>
                    </a:lnB>
                    <a:solidFill>
                      <a:srgbClr val="E8EBF4"/>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 name="PlaceHolder 1"/>
          <p:cNvSpPr>
            <a:spLocks noGrp="1"/>
          </p:cNvSpPr>
          <p:nvPr>
            <p:ph type="title"/>
          </p:nvPr>
        </p:nvSpPr>
        <p:spPr>
          <a:xfrm>
            <a:off x="838080" y="291600"/>
            <a:ext cx="10515240" cy="1325160"/>
          </a:xfrm>
          <a:prstGeom prst="rect">
            <a:avLst/>
          </a:prstGeom>
          <a:noFill/>
          <a:ln w="0">
            <a:noFill/>
          </a:ln>
        </p:spPr>
        <p:txBody>
          <a:bodyPr anchor="ctr">
            <a:noAutofit/>
          </a:bodyPr>
          <a:lstStyle/>
          <a:p>
            <a:pPr>
              <a:lnSpc>
                <a:spcPct val="90000"/>
              </a:lnSpc>
              <a:buNone/>
            </a:pPr>
            <a:r>
              <a:rPr lang="fr-FR" sz="4400" b="1" strike="noStrike" spc="-1">
                <a:solidFill>
                  <a:srgbClr val="3C56AF"/>
                </a:solidFill>
                <a:latin typeface="HK Grotesk"/>
              </a:rPr>
              <a:t>Décalage forme et couleur</a:t>
            </a:r>
            <a:endParaRPr lang="fr-FR" sz="4400" b="0" strike="noStrike" spc="-1">
              <a:solidFill>
                <a:srgbClr val="000000"/>
              </a:solidFill>
              <a:latin typeface="Calibri"/>
            </a:endParaRPr>
          </a:p>
        </p:txBody>
      </p:sp>
      <p:sp>
        <p:nvSpPr>
          <p:cNvPr id="262" name="PlaceHolder 2"/>
          <p:cNvSpPr>
            <a:spLocks noGrp="1"/>
          </p:cNvSpPr>
          <p:nvPr>
            <p:ph/>
          </p:nvPr>
        </p:nvSpPr>
        <p:spPr>
          <a:xfrm>
            <a:off x="526473" y="1274619"/>
            <a:ext cx="10826847" cy="5357090"/>
          </a:xfrm>
          <a:prstGeom prst="rect">
            <a:avLst/>
          </a:prstGeom>
          <a:noFill/>
          <a:ln w="0">
            <a:noFill/>
          </a:ln>
        </p:spPr>
        <p:txBody>
          <a:bodyPr anchor="t">
            <a:noAutofit/>
          </a:bodyPr>
          <a:lstStyle/>
          <a:p>
            <a:pPr>
              <a:lnSpc>
                <a:spcPct val="90000"/>
              </a:lnSpc>
              <a:spcBef>
                <a:spcPts val="1001"/>
              </a:spcBef>
              <a:buNone/>
              <a:tabLst>
                <a:tab pos="0" algn="l"/>
              </a:tabLst>
            </a:pPr>
            <a:r>
              <a:rPr lang="fr-FR" sz="2800" b="1" strike="noStrike" spc="-1" dirty="0">
                <a:solidFill>
                  <a:srgbClr val="202529"/>
                </a:solidFill>
                <a:latin typeface="Open Sans"/>
                <a:ea typeface="Open Sans"/>
              </a:rPr>
              <a:t>Principe</a:t>
            </a:r>
            <a:endParaRPr lang="fr-FR" sz="2800" b="0" strike="noStrike" spc="-1" dirty="0">
              <a:solidFill>
                <a:srgbClr val="202529"/>
              </a:solidFill>
              <a:latin typeface="Open Sans"/>
            </a:endParaRPr>
          </a:p>
          <a:p>
            <a:pPr>
              <a:lnSpc>
                <a:spcPct val="90000"/>
              </a:lnSpc>
              <a:spcBef>
                <a:spcPts val="1001"/>
              </a:spcBef>
              <a:buNone/>
              <a:tabLst>
                <a:tab pos="0" algn="l"/>
              </a:tabLst>
            </a:pPr>
            <a:r>
              <a:rPr lang="fr-FR" sz="1800" b="0" strike="noStrike" spc="-1" dirty="0">
                <a:solidFill>
                  <a:srgbClr val="202529"/>
                </a:solidFill>
                <a:latin typeface="Open Sans"/>
                <a:ea typeface="Open Sans"/>
              </a:rPr>
              <a:t>1) On se place sur la dernière pièce de la liste correspondant à la forme ou la couleur qu’on veut décaler. Ensuite, on parcourt la liste via le chainage des pièces en échangeant successivement la couleur (respectivement la forme) de la pièce en dernière position et de la pièce qui parcourt la liste. Le parcourt de la liste se fait de droite à gauche.</a:t>
            </a:r>
            <a:endParaRPr lang="fr-FR" sz="1800" b="0" strike="noStrike" spc="-1" dirty="0">
              <a:solidFill>
                <a:srgbClr val="202529"/>
              </a:solidFill>
              <a:latin typeface="Open Sans"/>
            </a:endParaRPr>
          </a:p>
          <a:p>
            <a:pPr>
              <a:lnSpc>
                <a:spcPct val="90000"/>
              </a:lnSpc>
              <a:spcBef>
                <a:spcPts val="1001"/>
              </a:spcBef>
              <a:buNone/>
              <a:tabLst>
                <a:tab pos="0" algn="l"/>
              </a:tabLst>
            </a:pPr>
            <a:endParaRPr lang="fr-FR" sz="1800" b="0" strike="noStrike" spc="-1" dirty="0">
              <a:solidFill>
                <a:srgbClr val="202529"/>
              </a:solidFill>
              <a:latin typeface="Open Sans"/>
            </a:endParaRPr>
          </a:p>
          <a:p>
            <a:pPr>
              <a:lnSpc>
                <a:spcPct val="90000"/>
              </a:lnSpc>
              <a:spcBef>
                <a:spcPts val="1001"/>
              </a:spcBef>
              <a:buNone/>
              <a:tabLst>
                <a:tab pos="0" algn="l"/>
              </a:tabLst>
            </a:pPr>
            <a:r>
              <a:rPr lang="fr-FR" sz="1800" b="0" strike="noStrike" spc="-1" dirty="0">
                <a:solidFill>
                  <a:srgbClr val="202529"/>
                </a:solidFill>
                <a:latin typeface="Open Sans"/>
                <a:ea typeface="Open Sans"/>
              </a:rPr>
              <a:t>2) On a visuellement un décalage correct, mais le chainage peut lui, ne plus l’être ! Pour cela, une fois les échanges de formes ou couleurs effectués, on sauvegarde l’ordre des pièces du plateau dans un tableau de formes et un tableau de couleurs. Puis on vide le plateau, et pour finir à partir des deux tableaux de formes et couleurs, on réinsère chaque pièce via la fonction </a:t>
            </a:r>
            <a:r>
              <a:rPr lang="fr-FR" sz="1800" b="0" strike="noStrike" spc="-1" dirty="0" err="1">
                <a:solidFill>
                  <a:srgbClr val="202529"/>
                </a:solidFill>
                <a:latin typeface="Open Sans"/>
                <a:ea typeface="Open Sans"/>
              </a:rPr>
              <a:t>InsererDroite</a:t>
            </a:r>
            <a:r>
              <a:rPr lang="fr-FR" sz="1800" b="0" strike="noStrike" spc="-1" dirty="0">
                <a:solidFill>
                  <a:srgbClr val="202529"/>
                </a:solidFill>
                <a:latin typeface="Open Sans"/>
                <a:ea typeface="Open Sans"/>
              </a:rPr>
              <a:t>, qui s’occupera de refaire tout le chainage de manière correcte !</a:t>
            </a:r>
          </a:p>
          <a:p>
            <a:pPr>
              <a:lnSpc>
                <a:spcPct val="90000"/>
              </a:lnSpc>
              <a:spcBef>
                <a:spcPts val="1001"/>
              </a:spcBef>
              <a:buNone/>
              <a:tabLst>
                <a:tab pos="0" algn="l"/>
              </a:tabLst>
            </a:pPr>
            <a:endParaRPr lang="fr-FR" sz="1800" spc="-1" dirty="0">
              <a:solidFill>
                <a:srgbClr val="202529"/>
              </a:solidFill>
              <a:latin typeface="Open Sans"/>
              <a:ea typeface="Open Sans"/>
            </a:endParaRPr>
          </a:p>
          <a:p>
            <a:pPr>
              <a:lnSpc>
                <a:spcPct val="90000"/>
              </a:lnSpc>
              <a:spcBef>
                <a:spcPts val="1001"/>
              </a:spcBef>
              <a:buNone/>
              <a:tabLst>
                <a:tab pos="0" algn="l"/>
              </a:tabLst>
            </a:pPr>
            <a:r>
              <a:rPr lang="fr-FR" sz="1800" b="0" strike="noStrike" spc="-1" dirty="0">
                <a:solidFill>
                  <a:srgbClr val="202529"/>
                </a:solidFill>
                <a:latin typeface="Open Sans"/>
                <a:ea typeface="Open Sans"/>
              </a:rPr>
              <a:t>Avantage : on s’</a:t>
            </a:r>
            <a:r>
              <a:rPr lang="fr-FR" sz="1800" spc="-1" dirty="0">
                <a:solidFill>
                  <a:srgbClr val="202529"/>
                </a:solidFill>
                <a:latin typeface="Open Sans"/>
                <a:ea typeface="Open Sans"/>
              </a:rPr>
              <a:t>é</a:t>
            </a:r>
            <a:r>
              <a:rPr lang="fr-FR" sz="1800" b="0" strike="noStrike" spc="-1" dirty="0">
                <a:solidFill>
                  <a:srgbClr val="202529"/>
                </a:solidFill>
                <a:latin typeface="Open Sans"/>
                <a:ea typeface="Open Sans"/>
              </a:rPr>
              <a:t>pargne de devoir refaire le chainage directement, c’est la fonction </a:t>
            </a:r>
            <a:r>
              <a:rPr lang="fr-FR" sz="1800" b="0" strike="noStrike" spc="-1" dirty="0" err="1">
                <a:solidFill>
                  <a:srgbClr val="202529"/>
                </a:solidFill>
                <a:latin typeface="Open Sans"/>
                <a:ea typeface="Open Sans"/>
              </a:rPr>
              <a:t>InsererDroite</a:t>
            </a:r>
            <a:r>
              <a:rPr lang="fr-FR" sz="1800" b="0" strike="noStrike" spc="-1" dirty="0">
                <a:solidFill>
                  <a:srgbClr val="202529"/>
                </a:solidFill>
                <a:latin typeface="Open Sans"/>
                <a:ea typeface="Open Sans"/>
              </a:rPr>
              <a:t> qui va s’en occuper</a:t>
            </a:r>
            <a:endParaRPr lang="fr-FR" sz="1800" spc="-1" dirty="0">
              <a:solidFill>
                <a:srgbClr val="202529"/>
              </a:solidFill>
              <a:latin typeface="Open Sans"/>
              <a:ea typeface="Open Sans"/>
            </a:endParaRPr>
          </a:p>
          <a:p>
            <a:pPr>
              <a:lnSpc>
                <a:spcPct val="90000"/>
              </a:lnSpc>
              <a:spcBef>
                <a:spcPts val="1001"/>
              </a:spcBef>
              <a:buNone/>
              <a:tabLst>
                <a:tab pos="0" algn="l"/>
              </a:tabLst>
            </a:pPr>
            <a:r>
              <a:rPr lang="fr-FR" sz="1800" b="0" strike="noStrike" spc="-1" dirty="0">
                <a:solidFill>
                  <a:srgbClr val="202529"/>
                </a:solidFill>
                <a:latin typeface="Open Sans"/>
                <a:ea typeface="Open Sans"/>
              </a:rPr>
              <a:t>Inconvénient : on doit vider le plateau de jeu et le recréer. On doit donc parcourir plusieurs fois le plateau. On a donc un temps d’exécution plus long que si on faisait tout en un seul </a:t>
            </a:r>
            <a:r>
              <a:rPr lang="fr-FR" sz="1800" b="0" strike="noStrike" spc="-1" dirty="0" err="1">
                <a:solidFill>
                  <a:srgbClr val="202529"/>
                </a:solidFill>
                <a:latin typeface="Open Sans"/>
                <a:ea typeface="Open Sans"/>
              </a:rPr>
              <a:t>parcour</a:t>
            </a:r>
            <a:r>
              <a:rPr lang="fr-FR" sz="1800" b="0" strike="noStrike" spc="-1" dirty="0">
                <a:solidFill>
                  <a:srgbClr val="202529"/>
                </a:solidFill>
                <a:latin typeface="Open Sans"/>
                <a:ea typeface="Open Sans"/>
              </a:rPr>
              <a:t>.</a:t>
            </a:r>
            <a:endParaRPr lang="fr-FR" sz="1800" b="0" strike="noStrike" spc="-1" dirty="0">
              <a:solidFill>
                <a:srgbClr val="202529"/>
              </a:solidFill>
              <a:latin typeface="Open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E586755-957F-B2EA-B2DF-D53A1E19D7D7}"/>
              </a:ext>
            </a:extLst>
          </p:cNvPr>
          <p:cNvSpPr>
            <a:spLocks noGrp="1"/>
          </p:cNvSpPr>
          <p:nvPr>
            <p:ph type="title"/>
          </p:nvPr>
        </p:nvSpPr>
        <p:spPr>
          <a:xfrm>
            <a:off x="499451" y="384914"/>
            <a:ext cx="7203676" cy="350069"/>
          </a:xfrm>
        </p:spPr>
        <p:txBody>
          <a:bodyPr/>
          <a:lstStyle/>
          <a:p>
            <a:r>
              <a:rPr lang="fr-FR" dirty="0"/>
              <a:t>Exemple</a:t>
            </a:r>
          </a:p>
        </p:txBody>
      </p:sp>
      <p:sp>
        <p:nvSpPr>
          <p:cNvPr id="3" name="Sous-titre 2">
            <a:extLst>
              <a:ext uri="{FF2B5EF4-FFF2-40B4-BE49-F238E27FC236}">
                <a16:creationId xmlns:a16="http://schemas.microsoft.com/office/drawing/2014/main" id="{CA9290F7-1075-CBD7-61FA-A92C35BEC4E0}"/>
              </a:ext>
            </a:extLst>
          </p:cNvPr>
          <p:cNvSpPr>
            <a:spLocks noGrp="1"/>
          </p:cNvSpPr>
          <p:nvPr>
            <p:ph type="subTitle"/>
          </p:nvPr>
        </p:nvSpPr>
        <p:spPr>
          <a:xfrm>
            <a:off x="499451" y="734983"/>
            <a:ext cx="6264727" cy="914401"/>
          </a:xfrm>
        </p:spPr>
        <p:txBody>
          <a:bodyPr/>
          <a:lstStyle/>
          <a:p>
            <a:pPr marL="0" indent="0">
              <a:buNone/>
            </a:pPr>
            <a:r>
              <a:rPr lang="fr-FR" dirty="0"/>
              <a:t>Décalage des pièces bleues </a:t>
            </a:r>
          </a:p>
        </p:txBody>
      </p:sp>
      <p:grpSp>
        <p:nvGrpSpPr>
          <p:cNvPr id="10" name="Groupe 9">
            <a:extLst>
              <a:ext uri="{FF2B5EF4-FFF2-40B4-BE49-F238E27FC236}">
                <a16:creationId xmlns:a16="http://schemas.microsoft.com/office/drawing/2014/main" id="{050E02CA-1770-59E3-1547-6CF7881288AB}"/>
              </a:ext>
            </a:extLst>
          </p:cNvPr>
          <p:cNvGrpSpPr/>
          <p:nvPr/>
        </p:nvGrpSpPr>
        <p:grpSpPr>
          <a:xfrm>
            <a:off x="499451" y="2090877"/>
            <a:ext cx="4849092" cy="845285"/>
            <a:chOff x="1005966" y="3996710"/>
            <a:chExt cx="5591614" cy="926272"/>
          </a:xfrm>
        </p:grpSpPr>
        <p:sp>
          <p:nvSpPr>
            <p:cNvPr id="4" name="Triangle isocèle 3">
              <a:extLst>
                <a:ext uri="{FF2B5EF4-FFF2-40B4-BE49-F238E27FC236}">
                  <a16:creationId xmlns:a16="http://schemas.microsoft.com/office/drawing/2014/main" id="{C46168FD-68B0-861E-A151-97447F0E6244}"/>
                </a:ext>
              </a:extLst>
            </p:cNvPr>
            <p:cNvSpPr/>
            <p:nvPr/>
          </p:nvSpPr>
          <p:spPr>
            <a:xfrm>
              <a:off x="1005966" y="3996710"/>
              <a:ext cx="1060704" cy="914400"/>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Losange 4">
              <a:extLst>
                <a:ext uri="{FF2B5EF4-FFF2-40B4-BE49-F238E27FC236}">
                  <a16:creationId xmlns:a16="http://schemas.microsoft.com/office/drawing/2014/main" id="{15F83F25-95FA-B056-3B60-4EC2845DB30F}"/>
                </a:ext>
              </a:extLst>
            </p:cNvPr>
            <p:cNvSpPr/>
            <p:nvPr/>
          </p:nvSpPr>
          <p:spPr>
            <a:xfrm>
              <a:off x="3471267" y="3996710"/>
              <a:ext cx="914400" cy="914400"/>
            </a:xfrm>
            <a:prstGeom prst="diamon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a:extLst>
                <a:ext uri="{FF2B5EF4-FFF2-40B4-BE49-F238E27FC236}">
                  <a16:creationId xmlns:a16="http://schemas.microsoft.com/office/drawing/2014/main" id="{39A98C5E-D6FE-E8EA-F24B-6F55B4480444}"/>
                </a:ext>
              </a:extLst>
            </p:cNvPr>
            <p:cNvSpPr/>
            <p:nvPr/>
          </p:nvSpPr>
          <p:spPr>
            <a:xfrm>
              <a:off x="5683180" y="3996710"/>
              <a:ext cx="9144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Ellipse 6">
              <a:extLst>
                <a:ext uri="{FF2B5EF4-FFF2-40B4-BE49-F238E27FC236}">
                  <a16:creationId xmlns:a16="http://schemas.microsoft.com/office/drawing/2014/main" id="{9C59BF0D-5F0C-8728-FBF3-E40D4CF87A2E}"/>
                </a:ext>
              </a:extLst>
            </p:cNvPr>
            <p:cNvSpPr/>
            <p:nvPr/>
          </p:nvSpPr>
          <p:spPr>
            <a:xfrm>
              <a:off x="4513371" y="3996710"/>
              <a:ext cx="914400" cy="914400"/>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fr-FR"/>
            </a:p>
          </p:txBody>
        </p:sp>
        <p:sp>
          <p:nvSpPr>
            <p:cNvPr id="8" name="Triangle isocèle 7">
              <a:extLst>
                <a:ext uri="{FF2B5EF4-FFF2-40B4-BE49-F238E27FC236}">
                  <a16:creationId xmlns:a16="http://schemas.microsoft.com/office/drawing/2014/main" id="{05E62DA9-59A9-E41E-69FE-160AAC74F02F}"/>
                </a:ext>
              </a:extLst>
            </p:cNvPr>
            <p:cNvSpPr/>
            <p:nvPr/>
          </p:nvSpPr>
          <p:spPr>
            <a:xfrm>
              <a:off x="2322079" y="4008582"/>
              <a:ext cx="1060704" cy="914400"/>
            </a:xfrm>
            <a:prstGeom prst="triangl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fr-FR"/>
            </a:p>
          </p:txBody>
        </p:sp>
      </p:grpSp>
      <p:sp>
        <p:nvSpPr>
          <p:cNvPr id="9" name="ZoneTexte 8">
            <a:extLst>
              <a:ext uri="{FF2B5EF4-FFF2-40B4-BE49-F238E27FC236}">
                <a16:creationId xmlns:a16="http://schemas.microsoft.com/office/drawing/2014/main" id="{83F37AF0-F3D8-91DC-34D0-6C73551D2F9C}"/>
              </a:ext>
            </a:extLst>
          </p:cNvPr>
          <p:cNvSpPr txBox="1"/>
          <p:nvPr/>
        </p:nvSpPr>
        <p:spPr>
          <a:xfrm>
            <a:off x="424872" y="1619358"/>
            <a:ext cx="5671128" cy="369332"/>
          </a:xfrm>
          <a:prstGeom prst="rect">
            <a:avLst/>
          </a:prstGeom>
          <a:noFill/>
        </p:spPr>
        <p:txBody>
          <a:bodyPr wrap="square" rtlCol="0">
            <a:spAutoFit/>
          </a:bodyPr>
          <a:lstStyle/>
          <a:p>
            <a:r>
              <a:rPr lang="fr-FR" dirty="0"/>
              <a:t>1)On se place sur la dernière pièce bleue </a:t>
            </a:r>
          </a:p>
        </p:txBody>
      </p:sp>
      <p:grpSp>
        <p:nvGrpSpPr>
          <p:cNvPr id="13" name="Groupe 12">
            <a:extLst>
              <a:ext uri="{FF2B5EF4-FFF2-40B4-BE49-F238E27FC236}">
                <a16:creationId xmlns:a16="http://schemas.microsoft.com/office/drawing/2014/main" id="{2CED0579-4DA5-C7BE-CD7E-103718DA68E7}"/>
              </a:ext>
            </a:extLst>
          </p:cNvPr>
          <p:cNvGrpSpPr/>
          <p:nvPr/>
        </p:nvGrpSpPr>
        <p:grpSpPr>
          <a:xfrm>
            <a:off x="499451" y="4061255"/>
            <a:ext cx="4849092" cy="845285"/>
            <a:chOff x="1005966" y="3996710"/>
            <a:chExt cx="5591614" cy="926272"/>
          </a:xfrm>
        </p:grpSpPr>
        <p:sp>
          <p:nvSpPr>
            <p:cNvPr id="14" name="Triangle isocèle 13">
              <a:extLst>
                <a:ext uri="{FF2B5EF4-FFF2-40B4-BE49-F238E27FC236}">
                  <a16:creationId xmlns:a16="http://schemas.microsoft.com/office/drawing/2014/main" id="{6C755346-446A-AC53-65E7-F60B7C47DB20}"/>
                </a:ext>
              </a:extLst>
            </p:cNvPr>
            <p:cNvSpPr/>
            <p:nvPr/>
          </p:nvSpPr>
          <p:spPr>
            <a:xfrm>
              <a:off x="1005966" y="3996710"/>
              <a:ext cx="1060704" cy="914400"/>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Losange 14">
              <a:extLst>
                <a:ext uri="{FF2B5EF4-FFF2-40B4-BE49-F238E27FC236}">
                  <a16:creationId xmlns:a16="http://schemas.microsoft.com/office/drawing/2014/main" id="{D86FB513-8E84-2087-8738-46DA88FB10CB}"/>
                </a:ext>
              </a:extLst>
            </p:cNvPr>
            <p:cNvSpPr/>
            <p:nvPr/>
          </p:nvSpPr>
          <p:spPr>
            <a:xfrm>
              <a:off x="3471267" y="3996710"/>
              <a:ext cx="914400" cy="914400"/>
            </a:xfrm>
            <a:prstGeom prst="diamon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Rectangle 15">
              <a:extLst>
                <a:ext uri="{FF2B5EF4-FFF2-40B4-BE49-F238E27FC236}">
                  <a16:creationId xmlns:a16="http://schemas.microsoft.com/office/drawing/2014/main" id="{C64E8FF8-F6F0-2AF1-F553-8B6657F2B68C}"/>
                </a:ext>
              </a:extLst>
            </p:cNvPr>
            <p:cNvSpPr/>
            <p:nvPr/>
          </p:nvSpPr>
          <p:spPr>
            <a:xfrm>
              <a:off x="5683180" y="3996710"/>
              <a:ext cx="9144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Ellipse 16">
              <a:extLst>
                <a:ext uri="{FF2B5EF4-FFF2-40B4-BE49-F238E27FC236}">
                  <a16:creationId xmlns:a16="http://schemas.microsoft.com/office/drawing/2014/main" id="{FD837187-01B1-C8BB-13B2-6F1240B7B07B}"/>
                </a:ext>
              </a:extLst>
            </p:cNvPr>
            <p:cNvSpPr/>
            <p:nvPr/>
          </p:nvSpPr>
          <p:spPr>
            <a:xfrm>
              <a:off x="4513371" y="3996710"/>
              <a:ext cx="914400" cy="914400"/>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fr-FR"/>
            </a:p>
          </p:txBody>
        </p:sp>
        <p:sp>
          <p:nvSpPr>
            <p:cNvPr id="18" name="Triangle isocèle 17">
              <a:extLst>
                <a:ext uri="{FF2B5EF4-FFF2-40B4-BE49-F238E27FC236}">
                  <a16:creationId xmlns:a16="http://schemas.microsoft.com/office/drawing/2014/main" id="{7488C09B-D319-F1CF-1498-FDFCD7BBA1D1}"/>
                </a:ext>
              </a:extLst>
            </p:cNvPr>
            <p:cNvSpPr/>
            <p:nvPr/>
          </p:nvSpPr>
          <p:spPr>
            <a:xfrm>
              <a:off x="2322079" y="4008582"/>
              <a:ext cx="1060704" cy="914400"/>
            </a:xfrm>
            <a:prstGeom prst="triangl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fr-FR"/>
            </a:p>
          </p:txBody>
        </p:sp>
      </p:grpSp>
      <p:cxnSp>
        <p:nvCxnSpPr>
          <p:cNvPr id="20" name="Connecteur droit avec flèche 19">
            <a:extLst>
              <a:ext uri="{FF2B5EF4-FFF2-40B4-BE49-F238E27FC236}">
                <a16:creationId xmlns:a16="http://schemas.microsoft.com/office/drawing/2014/main" id="{427FA5C3-98F0-6D05-B424-20ECBA9605A5}"/>
              </a:ext>
            </a:extLst>
          </p:cNvPr>
          <p:cNvCxnSpPr/>
          <p:nvPr/>
        </p:nvCxnSpPr>
        <p:spPr>
          <a:xfrm flipV="1">
            <a:off x="4923880" y="2925328"/>
            <a:ext cx="0" cy="24535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1" name="ZoneTexte 20">
            <a:extLst>
              <a:ext uri="{FF2B5EF4-FFF2-40B4-BE49-F238E27FC236}">
                <a16:creationId xmlns:a16="http://schemas.microsoft.com/office/drawing/2014/main" id="{848D0705-144E-5BED-16C3-F3132C1D1345}"/>
              </a:ext>
            </a:extLst>
          </p:cNvPr>
          <p:cNvSpPr txBox="1"/>
          <p:nvPr/>
        </p:nvSpPr>
        <p:spPr>
          <a:xfrm>
            <a:off x="499451" y="3299437"/>
            <a:ext cx="10784404" cy="646331"/>
          </a:xfrm>
          <a:prstGeom prst="rect">
            <a:avLst/>
          </a:prstGeom>
          <a:noFill/>
        </p:spPr>
        <p:txBody>
          <a:bodyPr wrap="square" rtlCol="0">
            <a:spAutoFit/>
          </a:bodyPr>
          <a:lstStyle/>
          <a:p>
            <a:r>
              <a:rPr lang="fr-FR" dirty="0"/>
              <a:t>2)On va procéder aux échanges de formes successifs entre la dernière pièce et la pièce courante de la même couleur</a:t>
            </a:r>
          </a:p>
        </p:txBody>
      </p:sp>
      <p:cxnSp>
        <p:nvCxnSpPr>
          <p:cNvPr id="28" name="Connecteur : en arc 27">
            <a:extLst>
              <a:ext uri="{FF2B5EF4-FFF2-40B4-BE49-F238E27FC236}">
                <a16:creationId xmlns:a16="http://schemas.microsoft.com/office/drawing/2014/main" id="{3B67324C-7913-1281-9BBA-F95F766DC251}"/>
              </a:ext>
            </a:extLst>
          </p:cNvPr>
          <p:cNvCxnSpPr>
            <a:stCxn id="16" idx="2"/>
            <a:endCxn id="15" idx="2"/>
          </p:cNvCxnSpPr>
          <p:nvPr/>
        </p:nvCxnSpPr>
        <p:spPr>
          <a:xfrm rot="5400000">
            <a:off x="3992962" y="3936612"/>
            <a:ext cx="12700" cy="1918188"/>
          </a:xfrm>
          <a:prstGeom prst="curvedConnector3">
            <a:avLst>
              <a:gd name="adj1" fmla="val 3909094"/>
            </a:avLst>
          </a:prstGeom>
          <a:ln>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31" name="Groupe 30">
            <a:extLst>
              <a:ext uri="{FF2B5EF4-FFF2-40B4-BE49-F238E27FC236}">
                <a16:creationId xmlns:a16="http://schemas.microsoft.com/office/drawing/2014/main" id="{2925DD89-B2EE-9188-DD9A-52CCFDA15F0C}"/>
              </a:ext>
            </a:extLst>
          </p:cNvPr>
          <p:cNvGrpSpPr/>
          <p:nvPr/>
        </p:nvGrpSpPr>
        <p:grpSpPr>
          <a:xfrm>
            <a:off x="559299" y="5730157"/>
            <a:ext cx="4759705" cy="845287"/>
            <a:chOff x="1005966" y="3996708"/>
            <a:chExt cx="5488540" cy="926274"/>
          </a:xfrm>
        </p:grpSpPr>
        <p:sp>
          <p:nvSpPr>
            <p:cNvPr id="32" name="Triangle isocèle 31">
              <a:extLst>
                <a:ext uri="{FF2B5EF4-FFF2-40B4-BE49-F238E27FC236}">
                  <a16:creationId xmlns:a16="http://schemas.microsoft.com/office/drawing/2014/main" id="{890E7867-4212-2576-7194-1A581F07E6F8}"/>
                </a:ext>
              </a:extLst>
            </p:cNvPr>
            <p:cNvSpPr/>
            <p:nvPr/>
          </p:nvSpPr>
          <p:spPr>
            <a:xfrm>
              <a:off x="1005966" y="3996710"/>
              <a:ext cx="1060704" cy="914400"/>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3" name="Losange 32">
              <a:extLst>
                <a:ext uri="{FF2B5EF4-FFF2-40B4-BE49-F238E27FC236}">
                  <a16:creationId xmlns:a16="http://schemas.microsoft.com/office/drawing/2014/main" id="{3D9F83E8-8EFB-A80D-6462-BE2C7485F60A}"/>
                </a:ext>
              </a:extLst>
            </p:cNvPr>
            <p:cNvSpPr/>
            <p:nvPr/>
          </p:nvSpPr>
          <p:spPr>
            <a:xfrm>
              <a:off x="5580106" y="3996709"/>
              <a:ext cx="914400" cy="914400"/>
            </a:xfrm>
            <a:prstGeom prst="diamon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 name="Rectangle 33">
              <a:extLst>
                <a:ext uri="{FF2B5EF4-FFF2-40B4-BE49-F238E27FC236}">
                  <a16:creationId xmlns:a16="http://schemas.microsoft.com/office/drawing/2014/main" id="{D9DC3AF1-46A1-AEB2-8D10-D666B74DB651}"/>
                </a:ext>
              </a:extLst>
            </p:cNvPr>
            <p:cNvSpPr/>
            <p:nvPr/>
          </p:nvSpPr>
          <p:spPr>
            <a:xfrm>
              <a:off x="3522803" y="3996708"/>
              <a:ext cx="9144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35" name="Ellipse 34">
              <a:extLst>
                <a:ext uri="{FF2B5EF4-FFF2-40B4-BE49-F238E27FC236}">
                  <a16:creationId xmlns:a16="http://schemas.microsoft.com/office/drawing/2014/main" id="{9A7490F6-0BFB-B919-7661-365ABCA016F8}"/>
                </a:ext>
              </a:extLst>
            </p:cNvPr>
            <p:cNvSpPr/>
            <p:nvPr/>
          </p:nvSpPr>
          <p:spPr>
            <a:xfrm>
              <a:off x="4513371" y="3996710"/>
              <a:ext cx="914400" cy="914400"/>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fr-FR"/>
            </a:p>
          </p:txBody>
        </p:sp>
        <p:sp>
          <p:nvSpPr>
            <p:cNvPr id="36" name="Triangle isocèle 35">
              <a:extLst>
                <a:ext uri="{FF2B5EF4-FFF2-40B4-BE49-F238E27FC236}">
                  <a16:creationId xmlns:a16="http://schemas.microsoft.com/office/drawing/2014/main" id="{8D976937-3A93-1176-95DA-C66032C58A8D}"/>
                </a:ext>
              </a:extLst>
            </p:cNvPr>
            <p:cNvSpPr/>
            <p:nvPr/>
          </p:nvSpPr>
          <p:spPr>
            <a:xfrm>
              <a:off x="2322079" y="4008582"/>
              <a:ext cx="1060704" cy="914400"/>
            </a:xfrm>
            <a:prstGeom prst="triangl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fr-FR"/>
            </a:p>
          </p:txBody>
        </p:sp>
      </p:grpSp>
      <p:cxnSp>
        <p:nvCxnSpPr>
          <p:cNvPr id="38" name="Connecteur droit avec flèche 37">
            <a:extLst>
              <a:ext uri="{FF2B5EF4-FFF2-40B4-BE49-F238E27FC236}">
                <a16:creationId xmlns:a16="http://schemas.microsoft.com/office/drawing/2014/main" id="{1FC00783-6A28-DE2B-DF82-18E92E8BA40F}"/>
              </a:ext>
            </a:extLst>
          </p:cNvPr>
          <p:cNvCxnSpPr/>
          <p:nvPr/>
        </p:nvCxnSpPr>
        <p:spPr>
          <a:xfrm flipV="1">
            <a:off x="4922516" y="6564608"/>
            <a:ext cx="0" cy="24535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1" name="ZoneTexte 40">
            <a:extLst>
              <a:ext uri="{FF2B5EF4-FFF2-40B4-BE49-F238E27FC236}">
                <a16:creationId xmlns:a16="http://schemas.microsoft.com/office/drawing/2014/main" id="{D873238E-5ABC-D32F-6FA1-2244E6B6093F}"/>
              </a:ext>
            </a:extLst>
          </p:cNvPr>
          <p:cNvSpPr txBox="1"/>
          <p:nvPr/>
        </p:nvSpPr>
        <p:spPr>
          <a:xfrm>
            <a:off x="2365547" y="3610424"/>
            <a:ext cx="1336640" cy="461665"/>
          </a:xfrm>
          <a:prstGeom prst="rect">
            <a:avLst/>
          </a:prstGeom>
          <a:noFill/>
        </p:spPr>
        <p:txBody>
          <a:bodyPr wrap="square" rtlCol="0">
            <a:spAutoFit/>
          </a:bodyPr>
          <a:lstStyle/>
          <a:p>
            <a:pPr algn="ctr"/>
            <a:r>
              <a:rPr lang="fr-FR" sz="1200" dirty="0"/>
              <a:t>Pièce </a:t>
            </a:r>
          </a:p>
          <a:p>
            <a:pPr algn="ctr"/>
            <a:r>
              <a:rPr lang="fr-FR" sz="1200" dirty="0"/>
              <a:t>courante</a:t>
            </a:r>
          </a:p>
        </p:txBody>
      </p:sp>
    </p:spTree>
    <p:extLst>
      <p:ext uri="{BB962C8B-B14F-4D97-AF65-F5344CB8AC3E}">
        <p14:creationId xmlns:p14="http://schemas.microsoft.com/office/powerpoint/2010/main" val="36087774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e 3">
            <a:extLst>
              <a:ext uri="{FF2B5EF4-FFF2-40B4-BE49-F238E27FC236}">
                <a16:creationId xmlns:a16="http://schemas.microsoft.com/office/drawing/2014/main" id="{F53DBD1A-97BA-953A-D8BA-4B81984BFC1E}"/>
              </a:ext>
            </a:extLst>
          </p:cNvPr>
          <p:cNvGrpSpPr/>
          <p:nvPr/>
        </p:nvGrpSpPr>
        <p:grpSpPr>
          <a:xfrm>
            <a:off x="407790" y="849746"/>
            <a:ext cx="4741919" cy="822036"/>
            <a:chOff x="1005966" y="3996708"/>
            <a:chExt cx="5488540" cy="926274"/>
          </a:xfrm>
        </p:grpSpPr>
        <p:sp>
          <p:nvSpPr>
            <p:cNvPr id="5" name="Triangle isocèle 4">
              <a:extLst>
                <a:ext uri="{FF2B5EF4-FFF2-40B4-BE49-F238E27FC236}">
                  <a16:creationId xmlns:a16="http://schemas.microsoft.com/office/drawing/2014/main" id="{F77AE05F-AB1A-608F-EF72-F91206052772}"/>
                </a:ext>
              </a:extLst>
            </p:cNvPr>
            <p:cNvSpPr/>
            <p:nvPr/>
          </p:nvSpPr>
          <p:spPr>
            <a:xfrm>
              <a:off x="1005966" y="3996710"/>
              <a:ext cx="1060704" cy="914400"/>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Losange 5">
              <a:extLst>
                <a:ext uri="{FF2B5EF4-FFF2-40B4-BE49-F238E27FC236}">
                  <a16:creationId xmlns:a16="http://schemas.microsoft.com/office/drawing/2014/main" id="{55A67659-06D4-2271-C18C-DE3870812B03}"/>
                </a:ext>
              </a:extLst>
            </p:cNvPr>
            <p:cNvSpPr/>
            <p:nvPr/>
          </p:nvSpPr>
          <p:spPr>
            <a:xfrm>
              <a:off x="5580106" y="3996709"/>
              <a:ext cx="914400" cy="914400"/>
            </a:xfrm>
            <a:prstGeom prst="diamon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99C78CA3-162F-14A5-D493-712FD28A25B1}"/>
                </a:ext>
              </a:extLst>
            </p:cNvPr>
            <p:cNvSpPr/>
            <p:nvPr/>
          </p:nvSpPr>
          <p:spPr>
            <a:xfrm>
              <a:off x="3522803" y="3996708"/>
              <a:ext cx="9144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8" name="Ellipse 7">
              <a:extLst>
                <a:ext uri="{FF2B5EF4-FFF2-40B4-BE49-F238E27FC236}">
                  <a16:creationId xmlns:a16="http://schemas.microsoft.com/office/drawing/2014/main" id="{CBD0EF58-F383-B7C6-F309-E380872F5E40}"/>
                </a:ext>
              </a:extLst>
            </p:cNvPr>
            <p:cNvSpPr/>
            <p:nvPr/>
          </p:nvSpPr>
          <p:spPr>
            <a:xfrm>
              <a:off x="4513371" y="3996710"/>
              <a:ext cx="914400" cy="914400"/>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fr-FR"/>
            </a:p>
          </p:txBody>
        </p:sp>
        <p:sp>
          <p:nvSpPr>
            <p:cNvPr id="9" name="Triangle isocèle 8">
              <a:extLst>
                <a:ext uri="{FF2B5EF4-FFF2-40B4-BE49-F238E27FC236}">
                  <a16:creationId xmlns:a16="http://schemas.microsoft.com/office/drawing/2014/main" id="{9826576E-DAFF-9518-47BE-C4AE62C8DD60}"/>
                </a:ext>
              </a:extLst>
            </p:cNvPr>
            <p:cNvSpPr/>
            <p:nvPr/>
          </p:nvSpPr>
          <p:spPr>
            <a:xfrm>
              <a:off x="2322079" y="4008582"/>
              <a:ext cx="1060704" cy="914400"/>
            </a:xfrm>
            <a:prstGeom prst="triangl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fr-FR"/>
            </a:p>
          </p:txBody>
        </p:sp>
      </p:grpSp>
      <p:cxnSp>
        <p:nvCxnSpPr>
          <p:cNvPr id="36" name="Connecteur : en arc 35">
            <a:extLst>
              <a:ext uri="{FF2B5EF4-FFF2-40B4-BE49-F238E27FC236}">
                <a16:creationId xmlns:a16="http://schemas.microsoft.com/office/drawing/2014/main" id="{B43FE2B6-116C-1CF9-8FE9-BD9F8BAE9A77}"/>
              </a:ext>
            </a:extLst>
          </p:cNvPr>
          <p:cNvCxnSpPr>
            <a:cxnSpLocks/>
            <a:stCxn id="5" idx="3"/>
            <a:endCxn id="6" idx="2"/>
          </p:cNvCxnSpPr>
          <p:nvPr/>
        </p:nvCxnSpPr>
        <p:spPr>
          <a:xfrm rot="5400000" flipH="1" flipV="1">
            <a:off x="2810349" y="-283107"/>
            <a:ext cx="1" cy="3888706"/>
          </a:xfrm>
          <a:prstGeom prst="curvedConnector3">
            <a:avLst>
              <a:gd name="adj1" fmla="val -22860000000"/>
            </a:avLst>
          </a:prstGeom>
          <a:ln>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47" name="Groupe 46">
            <a:extLst>
              <a:ext uri="{FF2B5EF4-FFF2-40B4-BE49-F238E27FC236}">
                <a16:creationId xmlns:a16="http://schemas.microsoft.com/office/drawing/2014/main" id="{7F93393D-99EB-0CCF-6F22-F6D7657CEF3A}"/>
              </a:ext>
            </a:extLst>
          </p:cNvPr>
          <p:cNvGrpSpPr/>
          <p:nvPr/>
        </p:nvGrpSpPr>
        <p:grpSpPr>
          <a:xfrm>
            <a:off x="470990" y="2606963"/>
            <a:ext cx="4741921" cy="843468"/>
            <a:chOff x="1079117" y="3996708"/>
            <a:chExt cx="5488542" cy="950424"/>
          </a:xfrm>
        </p:grpSpPr>
        <p:sp>
          <p:nvSpPr>
            <p:cNvPr id="48" name="Triangle isocèle 47">
              <a:extLst>
                <a:ext uri="{FF2B5EF4-FFF2-40B4-BE49-F238E27FC236}">
                  <a16:creationId xmlns:a16="http://schemas.microsoft.com/office/drawing/2014/main" id="{CA5A34B9-043E-A41A-DB40-2125A7E3F60F}"/>
                </a:ext>
              </a:extLst>
            </p:cNvPr>
            <p:cNvSpPr/>
            <p:nvPr/>
          </p:nvSpPr>
          <p:spPr>
            <a:xfrm>
              <a:off x="5506954" y="3996708"/>
              <a:ext cx="1060705" cy="914400"/>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9" name="Losange 48">
              <a:extLst>
                <a:ext uri="{FF2B5EF4-FFF2-40B4-BE49-F238E27FC236}">
                  <a16:creationId xmlns:a16="http://schemas.microsoft.com/office/drawing/2014/main" id="{682CBD4D-7873-6B04-7DBF-86D772CF9702}"/>
                </a:ext>
              </a:extLst>
            </p:cNvPr>
            <p:cNvSpPr/>
            <p:nvPr/>
          </p:nvSpPr>
          <p:spPr>
            <a:xfrm>
              <a:off x="1079117" y="4032732"/>
              <a:ext cx="914400" cy="914400"/>
            </a:xfrm>
            <a:prstGeom prst="diamon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0" name="Rectangle 49">
              <a:extLst>
                <a:ext uri="{FF2B5EF4-FFF2-40B4-BE49-F238E27FC236}">
                  <a16:creationId xmlns:a16="http://schemas.microsoft.com/office/drawing/2014/main" id="{7CC28254-5AAD-BC61-6A42-BE73E4EABE71}"/>
                </a:ext>
              </a:extLst>
            </p:cNvPr>
            <p:cNvSpPr/>
            <p:nvPr/>
          </p:nvSpPr>
          <p:spPr>
            <a:xfrm>
              <a:off x="3522803" y="3996708"/>
              <a:ext cx="9144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51" name="Ellipse 50">
              <a:extLst>
                <a:ext uri="{FF2B5EF4-FFF2-40B4-BE49-F238E27FC236}">
                  <a16:creationId xmlns:a16="http://schemas.microsoft.com/office/drawing/2014/main" id="{033D7232-A047-FD0F-4AB7-C372DEBE874B}"/>
                </a:ext>
              </a:extLst>
            </p:cNvPr>
            <p:cNvSpPr/>
            <p:nvPr/>
          </p:nvSpPr>
          <p:spPr>
            <a:xfrm>
              <a:off x="4513371" y="3996710"/>
              <a:ext cx="914400" cy="914400"/>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fr-FR"/>
            </a:p>
          </p:txBody>
        </p:sp>
        <p:sp>
          <p:nvSpPr>
            <p:cNvPr id="52" name="Triangle isocèle 51">
              <a:extLst>
                <a:ext uri="{FF2B5EF4-FFF2-40B4-BE49-F238E27FC236}">
                  <a16:creationId xmlns:a16="http://schemas.microsoft.com/office/drawing/2014/main" id="{12C805CF-8B67-69CB-2E92-C5C9668EFB49}"/>
                </a:ext>
              </a:extLst>
            </p:cNvPr>
            <p:cNvSpPr/>
            <p:nvPr/>
          </p:nvSpPr>
          <p:spPr>
            <a:xfrm>
              <a:off x="2322079" y="4008582"/>
              <a:ext cx="1060704" cy="914400"/>
            </a:xfrm>
            <a:prstGeom prst="triangl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fr-FR"/>
            </a:p>
          </p:txBody>
        </p:sp>
      </p:grpSp>
      <p:cxnSp>
        <p:nvCxnSpPr>
          <p:cNvPr id="53" name="Connecteur droit avec flèche 52">
            <a:extLst>
              <a:ext uri="{FF2B5EF4-FFF2-40B4-BE49-F238E27FC236}">
                <a16:creationId xmlns:a16="http://schemas.microsoft.com/office/drawing/2014/main" id="{39C59A1C-7457-E81A-3B44-B979B290659B}"/>
              </a:ext>
            </a:extLst>
          </p:cNvPr>
          <p:cNvCxnSpPr/>
          <p:nvPr/>
        </p:nvCxnSpPr>
        <p:spPr>
          <a:xfrm flipV="1">
            <a:off x="4764838" y="3418461"/>
            <a:ext cx="0" cy="24535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4" name="ZoneTexte 53">
            <a:extLst>
              <a:ext uri="{FF2B5EF4-FFF2-40B4-BE49-F238E27FC236}">
                <a16:creationId xmlns:a16="http://schemas.microsoft.com/office/drawing/2014/main" id="{0C4B0AEB-AC57-ED7B-BFBB-89CF5138112D}"/>
              </a:ext>
            </a:extLst>
          </p:cNvPr>
          <p:cNvSpPr txBox="1"/>
          <p:nvPr/>
        </p:nvSpPr>
        <p:spPr>
          <a:xfrm>
            <a:off x="208229" y="417704"/>
            <a:ext cx="1336640" cy="461665"/>
          </a:xfrm>
          <a:prstGeom prst="rect">
            <a:avLst/>
          </a:prstGeom>
          <a:noFill/>
        </p:spPr>
        <p:txBody>
          <a:bodyPr wrap="square" rtlCol="0">
            <a:spAutoFit/>
          </a:bodyPr>
          <a:lstStyle/>
          <a:p>
            <a:pPr algn="ctr"/>
            <a:r>
              <a:rPr lang="fr-FR" sz="1200" dirty="0"/>
              <a:t>Pièce </a:t>
            </a:r>
          </a:p>
          <a:p>
            <a:pPr algn="ctr"/>
            <a:r>
              <a:rPr lang="fr-FR" sz="1200" dirty="0"/>
              <a:t>courante</a:t>
            </a:r>
          </a:p>
        </p:txBody>
      </p:sp>
      <p:sp>
        <p:nvSpPr>
          <p:cNvPr id="55" name="ZoneTexte 54">
            <a:extLst>
              <a:ext uri="{FF2B5EF4-FFF2-40B4-BE49-F238E27FC236}">
                <a16:creationId xmlns:a16="http://schemas.microsoft.com/office/drawing/2014/main" id="{B08220AE-3453-1661-DF7A-92DCF5D78A8F}"/>
              </a:ext>
            </a:extLst>
          </p:cNvPr>
          <p:cNvSpPr txBox="1"/>
          <p:nvPr/>
        </p:nvSpPr>
        <p:spPr>
          <a:xfrm>
            <a:off x="4096518" y="2115568"/>
            <a:ext cx="1336640" cy="461665"/>
          </a:xfrm>
          <a:prstGeom prst="rect">
            <a:avLst/>
          </a:prstGeom>
          <a:noFill/>
        </p:spPr>
        <p:txBody>
          <a:bodyPr wrap="square" rtlCol="0">
            <a:spAutoFit/>
          </a:bodyPr>
          <a:lstStyle/>
          <a:p>
            <a:pPr algn="ctr"/>
            <a:r>
              <a:rPr lang="fr-FR" sz="1200" dirty="0"/>
              <a:t>Pièce </a:t>
            </a:r>
          </a:p>
          <a:p>
            <a:pPr algn="ctr"/>
            <a:r>
              <a:rPr lang="fr-FR" sz="1200" dirty="0"/>
              <a:t>courante</a:t>
            </a:r>
          </a:p>
        </p:txBody>
      </p:sp>
      <p:sp>
        <p:nvSpPr>
          <p:cNvPr id="56" name="ZoneTexte 55">
            <a:extLst>
              <a:ext uri="{FF2B5EF4-FFF2-40B4-BE49-F238E27FC236}">
                <a16:creationId xmlns:a16="http://schemas.microsoft.com/office/drawing/2014/main" id="{EAB6D04B-18DE-FB59-C3E0-E6D1E9873E45}"/>
              </a:ext>
            </a:extLst>
          </p:cNvPr>
          <p:cNvSpPr txBox="1"/>
          <p:nvPr/>
        </p:nvSpPr>
        <p:spPr>
          <a:xfrm>
            <a:off x="407790" y="4479557"/>
            <a:ext cx="6576355" cy="668315"/>
          </a:xfrm>
          <a:prstGeom prst="rect">
            <a:avLst/>
          </a:prstGeom>
          <a:noFill/>
        </p:spPr>
        <p:txBody>
          <a:bodyPr wrap="square" rtlCol="0">
            <a:spAutoFit/>
          </a:bodyPr>
          <a:lstStyle/>
          <a:p>
            <a:r>
              <a:rPr lang="fr-FR" dirty="0"/>
              <a:t>La pièce courante correspond à la dernière pièce bleue du plateau : signe qu’on doit arrêter les échanges de formes</a:t>
            </a:r>
          </a:p>
        </p:txBody>
      </p:sp>
      <p:sp>
        <p:nvSpPr>
          <p:cNvPr id="57" name="ZoneTexte 56">
            <a:extLst>
              <a:ext uri="{FF2B5EF4-FFF2-40B4-BE49-F238E27FC236}">
                <a16:creationId xmlns:a16="http://schemas.microsoft.com/office/drawing/2014/main" id="{1DA2CDFD-3403-1949-F9B6-A5EEC1552D80}"/>
              </a:ext>
            </a:extLst>
          </p:cNvPr>
          <p:cNvSpPr txBox="1"/>
          <p:nvPr/>
        </p:nvSpPr>
        <p:spPr>
          <a:xfrm>
            <a:off x="378866" y="5614454"/>
            <a:ext cx="11813134" cy="923330"/>
          </a:xfrm>
          <a:prstGeom prst="rect">
            <a:avLst/>
          </a:prstGeom>
          <a:noFill/>
        </p:spPr>
        <p:txBody>
          <a:bodyPr wrap="square" rtlCol="0">
            <a:spAutoFit/>
          </a:bodyPr>
          <a:lstStyle/>
          <a:p>
            <a:r>
              <a:rPr lang="fr-FR" dirty="0"/>
              <a:t>Dernières étapes : sauvegarder le plateau dans un tableau de formes et un tableau de couleurs (représentées par un caractère de l’initiale), vider le plateau, réinsérer les pièces à partir des tableaux avec la fonction </a:t>
            </a:r>
            <a:r>
              <a:rPr lang="fr-FR" dirty="0" err="1"/>
              <a:t>InsererDroite</a:t>
            </a:r>
            <a:r>
              <a:rPr lang="fr-FR" dirty="0"/>
              <a:t> qui refera le chainage </a:t>
            </a:r>
          </a:p>
        </p:txBody>
      </p:sp>
    </p:spTree>
    <p:extLst>
      <p:ext uri="{BB962C8B-B14F-4D97-AF65-F5344CB8AC3E}">
        <p14:creationId xmlns:p14="http://schemas.microsoft.com/office/powerpoint/2010/main" val="35538714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77" name="Tableau 11"/>
          <p:cNvGraphicFramePr/>
          <p:nvPr/>
        </p:nvGraphicFramePr>
        <p:xfrm>
          <a:off x="1414440" y="611280"/>
          <a:ext cx="9362880" cy="5634720"/>
        </p:xfrm>
        <a:graphic>
          <a:graphicData uri="http://schemas.openxmlformats.org/drawingml/2006/table">
            <a:tbl>
              <a:tblPr/>
              <a:tblGrid>
                <a:gridCol w="9362880">
                  <a:extLst>
                    <a:ext uri="{9D8B030D-6E8A-4147-A177-3AD203B41FA5}">
                      <a16:colId xmlns:a16="http://schemas.microsoft.com/office/drawing/2014/main" val="20000"/>
                    </a:ext>
                  </a:extLst>
                </a:gridCol>
              </a:tblGrid>
              <a:tr h="870480">
                <a:tc>
                  <a:txBody>
                    <a:bodyPr/>
                    <a:lstStyle/>
                    <a:p>
                      <a:pPr>
                        <a:lnSpc>
                          <a:spcPct val="100000"/>
                        </a:lnSpc>
                        <a:buNone/>
                      </a:pPr>
                      <a:r>
                        <a:rPr lang="fr-FR" sz="2400" b="1" strike="noStrike" spc="-1">
                          <a:solidFill>
                            <a:srgbClr val="FFFFFF"/>
                          </a:solidFill>
                          <a:latin typeface="HK Grotesk"/>
                        </a:rPr>
                        <a:t>TECONTENT</a:t>
                      </a:r>
                      <a:endParaRPr lang="fr-FR" sz="2400" b="0" strike="noStrike" spc="-1">
                        <a:latin typeface="Arial"/>
                      </a:endParaRPr>
                    </a:p>
                  </a:txBody>
                  <a:tcPr anchor="ctr">
                    <a:lnL w="12240">
                      <a:solidFill>
                        <a:srgbClr val="FFFFFF"/>
                      </a:solidFill>
                    </a:lnL>
                    <a:lnR w="12240">
                      <a:solidFill>
                        <a:srgbClr val="FFFFFF"/>
                      </a:solidFill>
                    </a:lnR>
                    <a:lnT w="12240">
                      <a:solidFill>
                        <a:srgbClr val="FFFFFF"/>
                      </a:solidFill>
                    </a:lnT>
                    <a:lnB w="38160">
                      <a:solidFill>
                        <a:srgbClr val="FFFFFF"/>
                      </a:solidFill>
                    </a:lnB>
                    <a:solidFill>
                      <a:srgbClr val="4472C4"/>
                    </a:solidFill>
                  </a:tcPr>
                </a:tc>
                <a:extLst>
                  <a:ext uri="{0D108BD9-81ED-4DB2-BD59-A6C34878D82A}">
                    <a16:rowId xmlns:a16="http://schemas.microsoft.com/office/drawing/2014/main" val="10000"/>
                  </a:ext>
                </a:extLst>
              </a:tr>
              <a:tr h="870480">
                <a:tc>
                  <a:txBody>
                    <a:bodyPr/>
                    <a:lstStyle/>
                    <a:p>
                      <a:pPr marL="457200">
                        <a:lnSpc>
                          <a:spcPct val="150000"/>
                        </a:lnSpc>
                        <a:buNone/>
                      </a:pPr>
                      <a:r>
                        <a:rPr lang="fr-FR" sz="1800" b="0" strike="noStrike" spc="-1">
                          <a:solidFill>
                            <a:srgbClr val="000000"/>
                          </a:solidFill>
                          <a:latin typeface="Open Sans"/>
                          <a:ea typeface="Open Sans"/>
                        </a:rPr>
                        <a:t>Tout tépatrice</a:t>
                      </a:r>
                      <a:endParaRPr lang="fr-FR" sz="1800" b="0" strike="noStrike" spc="-1">
                        <a:latin typeface="Arial"/>
                      </a:endParaRPr>
                    </a:p>
                  </a:txBody>
                  <a:tcPr anchor="ctr">
                    <a:lnL w="12240">
                      <a:solidFill>
                        <a:srgbClr val="FFFFFF"/>
                      </a:solidFill>
                    </a:lnL>
                    <a:lnR w="12240">
                      <a:solidFill>
                        <a:srgbClr val="FFFFFF"/>
                      </a:solidFill>
                    </a:lnR>
                    <a:lnT w="38160" cap="flat" cmpd="sng" algn="ctr">
                      <a:solidFill>
                        <a:srgbClr val="FFFFFF"/>
                      </a:solidFill>
                      <a:prstDash val="solid"/>
                      <a:round/>
                      <a:headEnd type="none" w="med" len="med"/>
                      <a:tailEnd type="none" w="med" len="med"/>
                    </a:lnT>
                    <a:lnB w="12240">
                      <a:solidFill>
                        <a:srgbClr val="FFFFFF"/>
                      </a:solidFill>
                    </a:lnB>
                    <a:solidFill>
                      <a:srgbClr val="CFD5E9"/>
                    </a:solidFill>
                  </a:tcPr>
                </a:tc>
                <a:extLst>
                  <a:ext uri="{0D108BD9-81ED-4DB2-BD59-A6C34878D82A}">
                    <a16:rowId xmlns:a16="http://schemas.microsoft.com/office/drawing/2014/main" val="10001"/>
                  </a:ext>
                </a:extLst>
              </a:tr>
              <a:tr h="870480">
                <a:tc>
                  <a:txBody>
                    <a:bodyPr/>
                    <a:lstStyle/>
                    <a:p>
                      <a:pPr marL="457200">
                        <a:lnSpc>
                          <a:spcPct val="150000"/>
                        </a:lnSpc>
                        <a:buNone/>
                      </a:pPr>
                      <a:r>
                        <a:rPr lang="fr-FR" sz="1800" b="0" strike="noStrike" spc="-1">
                          <a:solidFill>
                            <a:srgbClr val="000000"/>
                          </a:solidFill>
                          <a:latin typeface="Open Sans"/>
                          <a:ea typeface="Open Sans"/>
                        </a:rPr>
                        <a:t>Système de score affiché pendant le jeu</a:t>
                      </a:r>
                      <a:endParaRPr lang="fr-FR" sz="1800" b="0" strike="noStrike" spc="-1">
                        <a:latin typeface="Arial"/>
                      </a:endParaRPr>
                    </a:p>
                  </a:txBody>
                  <a:tcPr anchor="ctr">
                    <a:lnL w="12240">
                      <a:solidFill>
                        <a:srgbClr val="FFFFFF"/>
                      </a:solidFill>
                    </a:lnL>
                    <a:lnR w="12240">
                      <a:solidFill>
                        <a:srgbClr val="FFFFFF"/>
                      </a:solidFill>
                    </a:lnR>
                    <a:lnT w="12240">
                      <a:solidFill>
                        <a:srgbClr val="FFFFFF"/>
                      </a:solidFill>
                    </a:lnT>
                    <a:lnB w="12240">
                      <a:solidFill>
                        <a:srgbClr val="FFFFFF"/>
                      </a:solidFill>
                    </a:lnB>
                    <a:solidFill>
                      <a:srgbClr val="E8EBF4"/>
                    </a:solidFill>
                  </a:tcPr>
                </a:tc>
                <a:extLst>
                  <a:ext uri="{0D108BD9-81ED-4DB2-BD59-A6C34878D82A}">
                    <a16:rowId xmlns:a16="http://schemas.microsoft.com/office/drawing/2014/main" val="10002"/>
                  </a:ext>
                </a:extLst>
              </a:tr>
              <a:tr h="1282320">
                <a:tc>
                  <a:txBody>
                    <a:bodyPr/>
                    <a:lstStyle/>
                    <a:p>
                      <a:pPr marL="457200">
                        <a:lnSpc>
                          <a:spcPct val="150000"/>
                        </a:lnSpc>
                        <a:buNone/>
                      </a:pPr>
                      <a:r>
                        <a:rPr lang="fr-FR" sz="1800" b="0" strike="noStrike" spc="-1">
                          <a:solidFill>
                            <a:srgbClr val="000000"/>
                          </a:solidFill>
                          <a:latin typeface="Open Sans"/>
                          <a:ea typeface="Open Sans"/>
                        </a:rPr>
                        <a:t>Partie s’arrête après plus de 15 pièces placées</a:t>
                      </a:r>
                      <a:endParaRPr lang="fr-FR" sz="1800" b="0" strike="noStrike" spc="-1">
                        <a:latin typeface="Arial"/>
                      </a:endParaRPr>
                    </a:p>
                  </a:txBody>
                  <a:tcPr anchor="ctr">
                    <a:lnL w="12240">
                      <a:solidFill>
                        <a:srgbClr val="FFFFFF"/>
                      </a:solidFill>
                    </a:lnL>
                    <a:lnR w="12240">
                      <a:solidFill>
                        <a:srgbClr val="FFFFFF"/>
                      </a:solidFill>
                    </a:lnR>
                    <a:lnT w="12240">
                      <a:solidFill>
                        <a:srgbClr val="FFFFFF"/>
                      </a:solidFill>
                    </a:lnT>
                    <a:lnB w="12240">
                      <a:solidFill>
                        <a:srgbClr val="FFFFFF"/>
                      </a:solidFill>
                    </a:lnB>
                    <a:solidFill>
                      <a:srgbClr val="CFD5E9"/>
                    </a:solidFill>
                  </a:tcPr>
                </a:tc>
                <a:extLst>
                  <a:ext uri="{0D108BD9-81ED-4DB2-BD59-A6C34878D82A}">
                    <a16:rowId xmlns:a16="http://schemas.microsoft.com/office/drawing/2014/main" val="10003"/>
                  </a:ext>
                </a:extLst>
              </a:tr>
              <a:tr h="870480">
                <a:tc>
                  <a:txBody>
                    <a:bodyPr/>
                    <a:lstStyle/>
                    <a:p>
                      <a:pPr marL="457200">
                        <a:lnSpc>
                          <a:spcPct val="150000"/>
                        </a:lnSpc>
                        <a:buNone/>
                      </a:pPr>
                      <a:r>
                        <a:rPr lang="fr-FR" sz="1800" b="0" strike="noStrike" spc="-1">
                          <a:solidFill>
                            <a:srgbClr val="000000"/>
                          </a:solidFill>
                          <a:latin typeface="Open Sans"/>
                          <a:ea typeface="Open Sans"/>
                        </a:rPr>
                        <a:t>Sauvegarde/chargement d’une partie (fichier externe)</a:t>
                      </a:r>
                      <a:endParaRPr lang="fr-FR" sz="1800" b="0" strike="noStrike" spc="-1">
                        <a:latin typeface="Arial"/>
                      </a:endParaRPr>
                    </a:p>
                  </a:txBody>
                  <a:tcPr anchor="ctr">
                    <a:lnL w="12240">
                      <a:solidFill>
                        <a:srgbClr val="FFFFFF"/>
                      </a:solidFill>
                    </a:lnL>
                    <a:lnR w="12240">
                      <a:solidFill>
                        <a:srgbClr val="FFFFFF"/>
                      </a:solidFill>
                    </a:lnR>
                    <a:lnT w="12240">
                      <a:solidFill>
                        <a:srgbClr val="FFFFFF"/>
                      </a:solidFill>
                    </a:lnT>
                    <a:lnB w="12240">
                      <a:solidFill>
                        <a:srgbClr val="FFFFFF"/>
                      </a:solidFill>
                    </a:lnB>
                    <a:solidFill>
                      <a:srgbClr val="E8EBF4"/>
                    </a:solidFill>
                  </a:tcPr>
                </a:tc>
                <a:extLst>
                  <a:ext uri="{0D108BD9-81ED-4DB2-BD59-A6C34878D82A}">
                    <a16:rowId xmlns:a16="http://schemas.microsoft.com/office/drawing/2014/main" val="10004"/>
                  </a:ext>
                </a:extLst>
              </a:tr>
              <a:tr h="870480">
                <a:tc>
                  <a:txBody>
                    <a:bodyPr/>
                    <a:lstStyle/>
                    <a:p>
                      <a:pPr marL="457200">
                        <a:lnSpc>
                          <a:spcPct val="150000"/>
                        </a:lnSpc>
                        <a:buNone/>
                      </a:pPr>
                      <a:r>
                        <a:rPr lang="fr-FR" sz="1800" b="0" strike="noStrike" spc="-1">
                          <a:solidFill>
                            <a:srgbClr val="000000"/>
                          </a:solidFill>
                          <a:latin typeface="Open Sans"/>
                          <a:ea typeface="Open Sans"/>
                        </a:rPr>
                        <a:t>Système de classement des 10 meilleurs scores</a:t>
                      </a:r>
                      <a:endParaRPr lang="fr-FR" sz="1800" b="0" strike="noStrike" spc="-1">
                        <a:latin typeface="Arial"/>
                      </a:endParaRPr>
                    </a:p>
                  </a:txBody>
                  <a:tcPr anchor="ctr">
                    <a:lnL w="12240">
                      <a:solidFill>
                        <a:srgbClr val="FFFFFF"/>
                      </a:solidFill>
                    </a:lnL>
                    <a:lnR w="12240">
                      <a:solidFill>
                        <a:srgbClr val="FFFFFF"/>
                      </a:solidFill>
                    </a:lnR>
                    <a:lnT w="12240">
                      <a:solidFill>
                        <a:srgbClr val="FFFFFF"/>
                      </a:solidFill>
                    </a:lnT>
                    <a:lnB w="12240">
                      <a:solidFill>
                        <a:srgbClr val="FFFFFF"/>
                      </a:solidFill>
                    </a:lnB>
                    <a:solidFill>
                      <a:srgbClr val="CFD5E9"/>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 name="PlaceHolder 1"/>
          <p:cNvSpPr>
            <a:spLocks noGrp="1"/>
          </p:cNvSpPr>
          <p:nvPr>
            <p:ph type="title"/>
          </p:nvPr>
        </p:nvSpPr>
        <p:spPr>
          <a:xfrm>
            <a:off x="838080" y="291600"/>
            <a:ext cx="10515240" cy="1325160"/>
          </a:xfrm>
          <a:prstGeom prst="rect">
            <a:avLst/>
          </a:prstGeom>
          <a:noFill/>
          <a:ln w="0">
            <a:noFill/>
          </a:ln>
        </p:spPr>
        <p:txBody>
          <a:bodyPr anchor="ctr">
            <a:noAutofit/>
          </a:bodyPr>
          <a:lstStyle/>
          <a:p>
            <a:pPr>
              <a:lnSpc>
                <a:spcPct val="90000"/>
              </a:lnSpc>
              <a:buNone/>
            </a:pPr>
            <a:r>
              <a:rPr lang="fr-FR" sz="4400" b="1" strike="noStrike" spc="-1">
                <a:solidFill>
                  <a:srgbClr val="3C56AF"/>
                </a:solidFill>
                <a:latin typeface="HK Grotesk"/>
              </a:rPr>
              <a:t>Système de score</a:t>
            </a:r>
            <a:endParaRPr lang="fr-FR" sz="4400" b="0" strike="noStrike" spc="-1">
              <a:solidFill>
                <a:srgbClr val="000000"/>
              </a:solidFill>
              <a:latin typeface="Calibri"/>
            </a:endParaRPr>
          </a:p>
        </p:txBody>
      </p:sp>
      <p:sp>
        <p:nvSpPr>
          <p:cNvPr id="279" name="PlaceHolder 2"/>
          <p:cNvSpPr>
            <a:spLocks noGrp="1"/>
          </p:cNvSpPr>
          <p:nvPr>
            <p:ph/>
          </p:nvPr>
        </p:nvSpPr>
        <p:spPr>
          <a:xfrm>
            <a:off x="838080" y="1752120"/>
            <a:ext cx="10515240" cy="4350960"/>
          </a:xfrm>
          <a:prstGeom prst="rect">
            <a:avLst/>
          </a:prstGeom>
          <a:noFill/>
          <a:ln w="0">
            <a:noFill/>
          </a:ln>
        </p:spPr>
        <p:txBody>
          <a:bodyPr anchor="t">
            <a:noAutofit/>
          </a:bodyPr>
          <a:lstStyle/>
          <a:p>
            <a:pPr>
              <a:lnSpc>
                <a:spcPct val="90000"/>
              </a:lnSpc>
              <a:spcBef>
                <a:spcPts val="1001"/>
              </a:spcBef>
              <a:buNone/>
              <a:tabLst>
                <a:tab pos="0" algn="l"/>
              </a:tabLst>
            </a:pPr>
            <a:r>
              <a:rPr lang="fr-FR" sz="2800" b="1" strike="noStrike" spc="-1">
                <a:solidFill>
                  <a:srgbClr val="202529"/>
                </a:solidFill>
                <a:latin typeface="Open Sans"/>
                <a:ea typeface="Open Sans"/>
              </a:rPr>
              <a:t>Mise en place</a:t>
            </a:r>
            <a:endParaRPr lang="fr-FR" sz="2800" b="0" strike="noStrike" spc="-1">
              <a:solidFill>
                <a:srgbClr val="202529"/>
              </a:solidFill>
              <a:latin typeface="Open Sans"/>
            </a:endParaRPr>
          </a:p>
          <a:p>
            <a:pPr marL="228600" indent="-228600">
              <a:lnSpc>
                <a:spcPct val="90000"/>
              </a:lnSpc>
              <a:spcBef>
                <a:spcPts val="1001"/>
              </a:spcBef>
              <a:buClr>
                <a:srgbClr val="202529"/>
              </a:buClr>
              <a:buFont typeface="Arial"/>
              <a:buChar char="•"/>
              <a:tabLst>
                <a:tab pos="0" algn="l"/>
              </a:tabLst>
            </a:pPr>
            <a:r>
              <a:rPr lang="fr-FR" sz="1800" b="0" strike="noStrike" spc="-1">
                <a:solidFill>
                  <a:srgbClr val="202529"/>
                </a:solidFill>
                <a:latin typeface="Open Sans"/>
                <a:ea typeface="Open Sans"/>
              </a:rPr>
              <a:t>Deux macros « </a:t>
            </a:r>
            <a:r>
              <a:rPr lang="fr-FR" sz="1400" b="0" strike="noStrike" spc="-1">
                <a:solidFill>
                  <a:srgbClr val="BD63C5"/>
                </a:solidFill>
                <a:latin typeface="Menlo"/>
                <a:ea typeface="Open Sans"/>
              </a:rPr>
              <a:t>POINT_AJOUT</a:t>
            </a:r>
            <a:r>
              <a:rPr lang="fr-FR" sz="1800" b="0" strike="noStrike" spc="-1">
                <a:solidFill>
                  <a:srgbClr val="202529"/>
                </a:solidFill>
                <a:latin typeface="Open Sans"/>
                <a:ea typeface="Open Sans"/>
              </a:rPr>
              <a:t> » et « </a:t>
            </a:r>
            <a:r>
              <a:rPr lang="fr-FR" sz="1400" b="0" strike="noStrike" spc="-1">
                <a:solidFill>
                  <a:srgbClr val="BD63C5"/>
                </a:solidFill>
                <a:latin typeface="Menlo"/>
                <a:ea typeface="Open Sans"/>
              </a:rPr>
              <a:t>POINT_DECALAGE</a:t>
            </a:r>
            <a:r>
              <a:rPr lang="fr-FR" sz="1800" b="0" strike="noStrike" spc="-1">
                <a:solidFill>
                  <a:srgbClr val="202529"/>
                </a:solidFill>
                <a:latin typeface="Open Sans"/>
                <a:ea typeface="Open Sans"/>
              </a:rPr>
              <a:t> » pour marquer une différence de points entre la suppression par décalage et celle via l’insertion</a:t>
            </a:r>
            <a:endParaRPr lang="fr-FR" sz="1800" b="0" strike="noStrike" spc="-1">
              <a:solidFill>
                <a:srgbClr val="202529"/>
              </a:solidFill>
              <a:latin typeface="Open Sans"/>
            </a:endParaRPr>
          </a:p>
          <a:p>
            <a:pPr>
              <a:lnSpc>
                <a:spcPct val="90000"/>
              </a:lnSpc>
              <a:spcBef>
                <a:spcPts val="1001"/>
              </a:spcBef>
              <a:buNone/>
              <a:tabLst>
                <a:tab pos="0" algn="l"/>
              </a:tabLst>
            </a:pPr>
            <a:endParaRPr lang="fr-FR" sz="2800" b="0" strike="noStrike" spc="-1">
              <a:solidFill>
                <a:srgbClr val="202529"/>
              </a:solidFill>
              <a:latin typeface="Open Sans"/>
            </a:endParaRPr>
          </a:p>
        </p:txBody>
      </p:sp>
      <p:pic>
        <p:nvPicPr>
          <p:cNvPr id="280" name="Image 279"/>
          <p:cNvPicPr/>
          <p:nvPr/>
        </p:nvPicPr>
        <p:blipFill>
          <a:blip r:embed="rId2"/>
          <a:stretch/>
        </p:blipFill>
        <p:spPr>
          <a:xfrm>
            <a:off x="1701720" y="3240000"/>
            <a:ext cx="7298280" cy="2340000"/>
          </a:xfrm>
          <a:prstGeom prst="rect">
            <a:avLst/>
          </a:prstGeom>
          <a:ln w="0">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 name="PlaceHolder 1"/>
          <p:cNvSpPr>
            <a:spLocks noGrp="1"/>
          </p:cNvSpPr>
          <p:nvPr>
            <p:ph type="title"/>
          </p:nvPr>
        </p:nvSpPr>
        <p:spPr>
          <a:xfrm>
            <a:off x="838080" y="291600"/>
            <a:ext cx="10515240" cy="1325160"/>
          </a:xfrm>
          <a:prstGeom prst="rect">
            <a:avLst/>
          </a:prstGeom>
          <a:noFill/>
          <a:ln w="0">
            <a:noFill/>
          </a:ln>
        </p:spPr>
        <p:txBody>
          <a:bodyPr anchor="ctr">
            <a:noAutofit/>
          </a:bodyPr>
          <a:lstStyle/>
          <a:p>
            <a:pPr>
              <a:lnSpc>
                <a:spcPct val="90000"/>
              </a:lnSpc>
              <a:buNone/>
            </a:pPr>
            <a:r>
              <a:rPr lang="fr-FR" sz="4400" b="1" strike="noStrike" spc="-1">
                <a:solidFill>
                  <a:srgbClr val="3C56AF"/>
                </a:solidFill>
                <a:latin typeface="HK Grotesk"/>
              </a:rPr>
              <a:t>L’arrêt de la partie ?</a:t>
            </a:r>
            <a:endParaRPr lang="fr-FR" sz="4400" b="0" strike="noStrike" spc="-1">
              <a:solidFill>
                <a:srgbClr val="000000"/>
              </a:solidFill>
              <a:latin typeface="Calibri"/>
            </a:endParaRPr>
          </a:p>
        </p:txBody>
      </p:sp>
      <p:sp>
        <p:nvSpPr>
          <p:cNvPr id="282" name="PlaceHolder 2"/>
          <p:cNvSpPr>
            <a:spLocks noGrp="1"/>
          </p:cNvSpPr>
          <p:nvPr>
            <p:ph/>
          </p:nvPr>
        </p:nvSpPr>
        <p:spPr>
          <a:xfrm>
            <a:off x="838080" y="1752120"/>
            <a:ext cx="10515240" cy="4350960"/>
          </a:xfrm>
          <a:prstGeom prst="rect">
            <a:avLst/>
          </a:prstGeom>
          <a:noFill/>
          <a:ln w="0">
            <a:noFill/>
          </a:ln>
        </p:spPr>
        <p:txBody>
          <a:bodyPr anchor="t">
            <a:noAutofit/>
          </a:bodyPr>
          <a:lstStyle/>
          <a:p>
            <a:pPr marL="228600" indent="-228600">
              <a:lnSpc>
                <a:spcPct val="90000"/>
              </a:lnSpc>
              <a:spcBef>
                <a:spcPts val="1001"/>
              </a:spcBef>
              <a:buClr>
                <a:srgbClr val="202529"/>
              </a:buClr>
              <a:buFont typeface="Arial"/>
              <a:buChar char="•"/>
            </a:pPr>
            <a:r>
              <a:rPr lang="fr-FR" sz="1800" b="0" strike="noStrike" spc="-1">
                <a:solidFill>
                  <a:srgbClr val="202529"/>
                </a:solidFill>
                <a:latin typeface="Open Sans"/>
                <a:ea typeface="Open Sans"/>
              </a:rPr>
              <a:t>Questionnement ?</a:t>
            </a:r>
            <a:endParaRPr lang="fr-FR" sz="1800" b="0" strike="noStrike" spc="-1">
              <a:solidFill>
                <a:srgbClr val="202529"/>
              </a:solidFill>
              <a:latin typeface="Open Sans"/>
            </a:endParaRPr>
          </a:p>
          <a:p>
            <a:pPr marL="228600" indent="-228600">
              <a:lnSpc>
                <a:spcPct val="90000"/>
              </a:lnSpc>
              <a:spcBef>
                <a:spcPts val="1001"/>
              </a:spcBef>
              <a:buClr>
                <a:srgbClr val="202529"/>
              </a:buClr>
              <a:buFont typeface="Arial"/>
              <a:buChar char="•"/>
            </a:pPr>
            <a:r>
              <a:rPr lang="fr-FR" sz="1800" b="0" strike="noStrike" spc="-1">
                <a:solidFill>
                  <a:srgbClr val="202529"/>
                </a:solidFill>
                <a:latin typeface="Open Sans"/>
                <a:ea typeface="Open Sans"/>
              </a:rPr>
              <a:t>Notre vision et interprétation</a:t>
            </a:r>
            <a:endParaRPr lang="fr-FR" sz="1800" b="0" strike="noStrike" spc="-1">
              <a:solidFill>
                <a:srgbClr val="202529"/>
              </a:solidFill>
              <a:latin typeface="Open Sans"/>
            </a:endParaRPr>
          </a:p>
          <a:p>
            <a:pPr>
              <a:lnSpc>
                <a:spcPct val="90000"/>
              </a:lnSpc>
              <a:spcBef>
                <a:spcPts val="1001"/>
              </a:spcBef>
              <a:buNone/>
              <a:tabLst>
                <a:tab pos="0" algn="l"/>
              </a:tabLst>
            </a:pPr>
            <a:r>
              <a:rPr lang="fr-FR" sz="1800" b="0" strike="noStrike" spc="-1">
                <a:solidFill>
                  <a:srgbClr val="202529"/>
                </a:solidFill>
                <a:latin typeface="Open Sans"/>
                <a:ea typeface="Open Sans"/>
              </a:rPr>
              <a:t>A partir du moment où le plateau possède 15 pièces placées, l’utilisateur n’a plus l’option d’insérer à droite, ni gauche. </a:t>
            </a:r>
            <a:endParaRPr lang="fr-FR" sz="1800" b="0" strike="noStrike" spc="-1">
              <a:solidFill>
                <a:srgbClr val="202529"/>
              </a:solidFill>
              <a:latin typeface="Open Sans"/>
            </a:endParaRPr>
          </a:p>
          <a:p>
            <a:pPr>
              <a:lnSpc>
                <a:spcPct val="90000"/>
              </a:lnSpc>
              <a:spcBef>
                <a:spcPts val="1001"/>
              </a:spcBef>
              <a:buNone/>
              <a:tabLst>
                <a:tab pos="0" algn="l"/>
              </a:tabLst>
            </a:pPr>
            <a:r>
              <a:rPr lang="fr-FR" sz="1800" b="0" strike="noStrike" spc="-1">
                <a:solidFill>
                  <a:srgbClr val="202529"/>
                </a:solidFill>
                <a:latin typeface="Open Sans"/>
                <a:ea typeface="Open Sans"/>
              </a:rPr>
              <a:t>Ainsi, c’est à lui de jouer avec les décalages, afin de supprimer d’autres pièces. </a:t>
            </a:r>
            <a:endParaRPr lang="fr-FR" sz="1800" b="0" strike="noStrike" spc="-1">
              <a:solidFill>
                <a:srgbClr val="202529"/>
              </a:solidFill>
              <a:latin typeface="Open Sans"/>
            </a:endParaRPr>
          </a:p>
          <a:p>
            <a:pPr>
              <a:lnSpc>
                <a:spcPct val="90000"/>
              </a:lnSpc>
              <a:spcBef>
                <a:spcPts val="1001"/>
              </a:spcBef>
              <a:buNone/>
              <a:tabLst>
                <a:tab pos="0" algn="l"/>
              </a:tabLst>
            </a:pPr>
            <a:r>
              <a:rPr lang="fr-FR" sz="1800" b="0" strike="noStrike" spc="-1">
                <a:solidFill>
                  <a:srgbClr val="202529"/>
                </a:solidFill>
                <a:latin typeface="Open Sans"/>
                <a:ea typeface="Open Sans"/>
              </a:rPr>
              <a:t>Une autre option s’offre à lui, arrêter la partie ce qui va engendrer la sauvegarde de la partie que l’on détaillera dans la slide suivante.</a:t>
            </a:r>
            <a:endParaRPr lang="fr-FR" sz="1800" b="0" strike="noStrike" spc="-1">
              <a:solidFill>
                <a:srgbClr val="202529"/>
              </a:solidFill>
              <a:latin typeface="Open Sans"/>
            </a:endParaRPr>
          </a:p>
          <a:p>
            <a:pPr>
              <a:lnSpc>
                <a:spcPct val="90000"/>
              </a:lnSpc>
              <a:spcBef>
                <a:spcPts val="1001"/>
              </a:spcBef>
              <a:buNone/>
              <a:tabLst>
                <a:tab pos="0" algn="l"/>
              </a:tabLst>
            </a:pPr>
            <a:r>
              <a:rPr lang="fr-FR" sz="1800" b="0" strike="noStrike" spc="-1">
                <a:solidFill>
                  <a:srgbClr val="202529"/>
                </a:solidFill>
                <a:latin typeface="Open Sans"/>
                <a:ea typeface="Open Sans"/>
              </a:rPr>
              <a:t> </a:t>
            </a:r>
            <a:endParaRPr lang="fr-FR" sz="1800" b="0" strike="noStrike" spc="-1">
              <a:solidFill>
                <a:srgbClr val="202529"/>
              </a:solidFill>
              <a:latin typeface="Open Sans"/>
            </a:endParaRPr>
          </a:p>
        </p:txBody>
      </p:sp>
      <p:pic>
        <p:nvPicPr>
          <p:cNvPr id="283" name="Image 282"/>
          <p:cNvPicPr/>
          <p:nvPr/>
        </p:nvPicPr>
        <p:blipFill>
          <a:blip r:embed="rId3"/>
          <a:stretch/>
        </p:blipFill>
        <p:spPr>
          <a:xfrm>
            <a:off x="6120000" y="4348800"/>
            <a:ext cx="5524200" cy="1771200"/>
          </a:xfrm>
          <a:prstGeom prst="rect">
            <a:avLst/>
          </a:prstGeom>
          <a:ln w="0">
            <a:noFill/>
          </a:ln>
        </p:spPr>
      </p:pic>
      <p:pic>
        <p:nvPicPr>
          <p:cNvPr id="284" name="Image 283"/>
          <p:cNvPicPr/>
          <p:nvPr/>
        </p:nvPicPr>
        <p:blipFill>
          <a:blip r:embed="rId4"/>
          <a:stretch/>
        </p:blipFill>
        <p:spPr>
          <a:xfrm>
            <a:off x="540000" y="4348800"/>
            <a:ext cx="5524200" cy="1771200"/>
          </a:xfrm>
          <a:prstGeom prst="rect">
            <a:avLst/>
          </a:prstGeom>
          <a:ln w="0">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 name="PlaceHolder 1"/>
          <p:cNvSpPr>
            <a:spLocks noGrp="1"/>
          </p:cNvSpPr>
          <p:nvPr>
            <p:ph type="title"/>
          </p:nvPr>
        </p:nvSpPr>
        <p:spPr>
          <a:xfrm>
            <a:off x="838080" y="291600"/>
            <a:ext cx="10515240" cy="1325160"/>
          </a:xfrm>
          <a:prstGeom prst="rect">
            <a:avLst/>
          </a:prstGeom>
          <a:noFill/>
          <a:ln w="0">
            <a:noFill/>
          </a:ln>
        </p:spPr>
        <p:txBody>
          <a:bodyPr anchor="ctr">
            <a:noAutofit/>
          </a:bodyPr>
          <a:lstStyle/>
          <a:p>
            <a:pPr>
              <a:lnSpc>
                <a:spcPct val="90000"/>
              </a:lnSpc>
              <a:buNone/>
            </a:pPr>
            <a:r>
              <a:rPr lang="fr-FR" sz="4400" b="1" strike="noStrike" spc="-1">
                <a:solidFill>
                  <a:srgbClr val="3C56AF"/>
                </a:solidFill>
                <a:latin typeface="HK Grotesk"/>
              </a:rPr>
              <a:t>Sauvegarde et chargement d’une partie</a:t>
            </a:r>
            <a:endParaRPr lang="fr-FR" sz="4400" b="0" strike="noStrike" spc="-1">
              <a:solidFill>
                <a:srgbClr val="000000"/>
              </a:solidFill>
              <a:latin typeface="Calibri"/>
            </a:endParaRPr>
          </a:p>
        </p:txBody>
      </p:sp>
      <p:sp>
        <p:nvSpPr>
          <p:cNvPr id="286" name="PlaceHolder 2"/>
          <p:cNvSpPr>
            <a:spLocks noGrp="1"/>
          </p:cNvSpPr>
          <p:nvPr>
            <p:ph/>
          </p:nvPr>
        </p:nvSpPr>
        <p:spPr>
          <a:xfrm>
            <a:off x="838080" y="1752120"/>
            <a:ext cx="10515240" cy="4350960"/>
          </a:xfrm>
          <a:prstGeom prst="rect">
            <a:avLst/>
          </a:prstGeom>
          <a:noFill/>
          <a:ln w="0">
            <a:noFill/>
          </a:ln>
        </p:spPr>
        <p:txBody>
          <a:bodyPr anchor="t">
            <a:noAutofit/>
          </a:bodyPr>
          <a:lstStyle/>
          <a:p>
            <a:pPr>
              <a:lnSpc>
                <a:spcPct val="90000"/>
              </a:lnSpc>
              <a:spcBef>
                <a:spcPts val="1001"/>
              </a:spcBef>
              <a:buNone/>
              <a:tabLst>
                <a:tab pos="0" algn="l"/>
              </a:tabLst>
            </a:pPr>
            <a:r>
              <a:rPr lang="fr-FR" sz="2800" b="1" strike="noStrike" spc="-1">
                <a:solidFill>
                  <a:srgbClr val="202529"/>
                </a:solidFill>
                <a:latin typeface="Open Sans"/>
                <a:ea typeface="Open Sans"/>
              </a:rPr>
              <a:t>Principe</a:t>
            </a:r>
            <a:endParaRPr lang="fr-FR" sz="2800" b="0" strike="noStrike" spc="-1">
              <a:solidFill>
                <a:srgbClr val="202529"/>
              </a:solidFill>
              <a:latin typeface="Open Sans"/>
            </a:endParaRPr>
          </a:p>
          <a:p>
            <a:pPr>
              <a:lnSpc>
                <a:spcPct val="90000"/>
              </a:lnSpc>
              <a:spcBef>
                <a:spcPts val="1001"/>
              </a:spcBef>
              <a:buNone/>
              <a:tabLst>
                <a:tab pos="0" algn="l"/>
              </a:tabLst>
            </a:pPr>
            <a:endParaRPr lang="fr-FR" sz="1800" b="0" strike="noStrike" spc="-1">
              <a:solidFill>
                <a:srgbClr val="202529"/>
              </a:solidFill>
              <a:latin typeface="Open Sans"/>
            </a:endParaRPr>
          </a:p>
        </p:txBody>
      </p:sp>
      <p:graphicFrame>
        <p:nvGraphicFramePr>
          <p:cNvPr id="2" name="Diagram1"/>
          <p:cNvGraphicFramePr/>
          <p:nvPr>
            <p:extLst>
              <p:ext uri="{D42A27DB-BD31-4B8C-83A1-F6EECF244321}">
                <p14:modId xmlns:p14="http://schemas.microsoft.com/office/powerpoint/2010/main" val="2677042397"/>
              </p:ext>
            </p:extLst>
          </p:nvPr>
        </p:nvGraphicFramePr>
        <p:xfrm>
          <a:off x="1244520" y="954360"/>
          <a:ext cx="4851000" cy="4012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87" name="ZoneTexte 4"/>
          <p:cNvSpPr/>
          <p:nvPr/>
        </p:nvSpPr>
        <p:spPr>
          <a:xfrm>
            <a:off x="7416720" y="2633040"/>
            <a:ext cx="4656240" cy="3107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fr-FR" sz="1800" b="0" strike="noStrike" spc="-1">
                <a:solidFill>
                  <a:srgbClr val="000000"/>
                </a:solidFill>
                <a:latin typeface="Calibri"/>
              </a:rPr>
              <a:t>Arrêt du programme =&gt; </a:t>
            </a:r>
            <a:endParaRPr lang="fr-FR" sz="1800" b="0" strike="noStrike" spc="-1">
              <a:latin typeface="Arial"/>
            </a:endParaRPr>
          </a:p>
          <a:p>
            <a:pPr marL="343080" indent="-343080">
              <a:lnSpc>
                <a:spcPct val="100000"/>
              </a:lnSpc>
              <a:buClr>
                <a:srgbClr val="000000"/>
              </a:buClr>
              <a:buFont typeface="StarSymbol"/>
              <a:buAutoNum type="arabicParenR"/>
            </a:pPr>
            <a:r>
              <a:rPr lang="fr-FR" sz="1800" b="0" strike="noStrike" spc="-1">
                <a:solidFill>
                  <a:srgbClr val="000000"/>
                </a:solidFill>
                <a:latin typeface="Calibri"/>
              </a:rPr>
              <a:t>Ecriture du nom, nombre de pièces, score dans le fichier sauvegarde.txt</a:t>
            </a:r>
            <a:endParaRPr lang="fr-FR" sz="1800" b="0" strike="noStrike" spc="-1">
              <a:latin typeface="Arial"/>
            </a:endParaRPr>
          </a:p>
          <a:p>
            <a:pPr marL="343080" indent="-343080">
              <a:lnSpc>
                <a:spcPct val="100000"/>
              </a:lnSpc>
              <a:buClr>
                <a:srgbClr val="000000"/>
              </a:buClr>
              <a:buFont typeface="StarSymbol"/>
              <a:buAutoNum type="arabicParenR"/>
            </a:pPr>
            <a:r>
              <a:rPr lang="fr-FR" sz="1800" b="0" strike="noStrike" spc="-1">
                <a:solidFill>
                  <a:srgbClr val="000000"/>
                </a:solidFill>
                <a:latin typeface="Calibri"/>
              </a:rPr>
              <a:t> Libération de la mémoire allouer</a:t>
            </a:r>
            <a:endParaRPr lang="fr-FR" sz="1800" b="0" strike="noStrike" spc="-1">
              <a:latin typeface="Arial"/>
            </a:endParaRPr>
          </a:p>
          <a:p>
            <a:pPr>
              <a:lnSpc>
                <a:spcPct val="100000"/>
              </a:lnSpc>
              <a:buNone/>
            </a:pPr>
            <a:endParaRPr lang="fr-FR" sz="1800" b="0" strike="noStrike" spc="-1">
              <a:latin typeface="Arial"/>
            </a:endParaRPr>
          </a:p>
          <a:p>
            <a:pPr>
              <a:lnSpc>
                <a:spcPct val="100000"/>
              </a:lnSpc>
              <a:buNone/>
            </a:pPr>
            <a:r>
              <a:rPr lang="fr-FR" sz="1800" b="0" strike="noStrike" spc="-1">
                <a:solidFill>
                  <a:srgbClr val="000000"/>
                </a:solidFill>
                <a:latin typeface="Calibri"/>
              </a:rPr>
              <a:t>Chargement d’une partie =&gt;</a:t>
            </a:r>
            <a:endParaRPr lang="fr-FR" sz="1800" b="0" strike="noStrike" spc="-1">
              <a:latin typeface="Arial"/>
            </a:endParaRPr>
          </a:p>
          <a:p>
            <a:pPr marL="343080" indent="-343080">
              <a:lnSpc>
                <a:spcPct val="100000"/>
              </a:lnSpc>
              <a:buClr>
                <a:srgbClr val="000000"/>
              </a:buClr>
              <a:buFont typeface="StarSymbol"/>
              <a:buAutoNum type="arabicParenR"/>
            </a:pPr>
            <a:r>
              <a:rPr lang="fr-FR" sz="1800" b="0" strike="noStrike" spc="-1">
                <a:solidFill>
                  <a:srgbClr val="000000"/>
                </a:solidFill>
                <a:latin typeface="Calibri"/>
              </a:rPr>
              <a:t>Vérification de l’existence du fichier sauvegarde.txt</a:t>
            </a:r>
            <a:endParaRPr lang="fr-FR" sz="1800" b="0" strike="noStrike" spc="-1">
              <a:latin typeface="Arial"/>
            </a:endParaRPr>
          </a:p>
          <a:p>
            <a:pPr marL="343080" indent="-343080">
              <a:lnSpc>
                <a:spcPct val="100000"/>
              </a:lnSpc>
              <a:buClr>
                <a:srgbClr val="000000"/>
              </a:buClr>
              <a:buFont typeface="StarSymbol"/>
              <a:buAutoNum type="arabicParenR"/>
            </a:pPr>
            <a:r>
              <a:rPr lang="fr-FR" sz="1800" b="0" strike="noStrike" spc="-1">
                <a:solidFill>
                  <a:srgbClr val="000000"/>
                </a:solidFill>
                <a:latin typeface="Calibri"/>
              </a:rPr>
              <a:t>On récupère le nom, le score, et on réinsère les pièces sur le plateau en réutilisant la fonction InsererDroite</a:t>
            </a:r>
            <a:endParaRPr lang="fr-FR" sz="1800" b="0" strike="noStrike" spc="-1">
              <a:latin typeface="Arial"/>
            </a:endParaRPr>
          </a:p>
        </p:txBody>
      </p:sp>
      <p:pic>
        <p:nvPicPr>
          <p:cNvPr id="288" name="Image 6" descr="Une image contenant texte, Police, capture d’écran, Graphique&#10;&#10;Description générée automatiquement"/>
          <p:cNvPicPr/>
          <p:nvPr/>
        </p:nvPicPr>
        <p:blipFill>
          <a:blip r:embed="rId7"/>
          <a:stretch/>
        </p:blipFill>
        <p:spPr>
          <a:xfrm>
            <a:off x="1244520" y="4758480"/>
            <a:ext cx="1841040" cy="1811520"/>
          </a:xfrm>
          <a:prstGeom prst="rect">
            <a:avLst/>
          </a:prstGeom>
          <a:ln w="0">
            <a:noFill/>
          </a:ln>
        </p:spPr>
      </p:pic>
      <p:sp>
        <p:nvSpPr>
          <p:cNvPr id="289" name="ZoneTexte 7"/>
          <p:cNvSpPr/>
          <p:nvPr/>
        </p:nvSpPr>
        <p:spPr>
          <a:xfrm>
            <a:off x="1163520" y="4404960"/>
            <a:ext cx="3108600" cy="3639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buNone/>
            </a:pPr>
            <a:r>
              <a:rPr lang="fr-FR" sz="1800" b="0" strike="noStrike" spc="-1">
                <a:solidFill>
                  <a:srgbClr val="000000"/>
                </a:solidFill>
                <a:latin typeface="Calibri"/>
              </a:rPr>
              <a:t>Exemple de contenu du fichier :</a:t>
            </a:r>
            <a:endParaRPr lang="fr-FR" sz="1800" b="0" strike="noStrike" spc="-1">
              <a:latin typeface="Arial"/>
            </a:endParaRPr>
          </a:p>
        </p:txBody>
      </p:sp>
      <p:sp>
        <p:nvSpPr>
          <p:cNvPr id="290" name="ZoneTexte 8"/>
          <p:cNvSpPr/>
          <p:nvPr/>
        </p:nvSpPr>
        <p:spPr>
          <a:xfrm>
            <a:off x="3120840" y="4724640"/>
            <a:ext cx="815040" cy="3639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buNone/>
            </a:pPr>
            <a:r>
              <a:rPr lang="fr-FR" sz="1800" b="0" strike="noStrike" spc="-1">
                <a:solidFill>
                  <a:srgbClr val="000000"/>
                </a:solidFill>
                <a:latin typeface="Calibri"/>
              </a:rPr>
              <a:t>[NOM]</a:t>
            </a:r>
            <a:endParaRPr lang="fr-FR" sz="1800" b="0" strike="noStrike" spc="-1">
              <a:latin typeface="Arial"/>
            </a:endParaRPr>
          </a:p>
        </p:txBody>
      </p:sp>
      <p:sp>
        <p:nvSpPr>
          <p:cNvPr id="291" name="ZoneTexte 9"/>
          <p:cNvSpPr/>
          <p:nvPr/>
        </p:nvSpPr>
        <p:spPr>
          <a:xfrm>
            <a:off x="3121920" y="5043960"/>
            <a:ext cx="1266120" cy="3639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buNone/>
            </a:pPr>
            <a:r>
              <a:rPr lang="fr-FR" sz="1800" b="0" strike="noStrike" spc="-1">
                <a:solidFill>
                  <a:srgbClr val="000000"/>
                </a:solidFill>
                <a:latin typeface="Calibri"/>
              </a:rPr>
              <a:t>[NB PIECES]</a:t>
            </a:r>
            <a:endParaRPr lang="fr-FR" sz="1800" b="0" strike="noStrike" spc="-1">
              <a:latin typeface="Arial"/>
            </a:endParaRPr>
          </a:p>
        </p:txBody>
      </p:sp>
      <p:sp>
        <p:nvSpPr>
          <p:cNvPr id="292" name="ZoneTexte 10"/>
          <p:cNvSpPr/>
          <p:nvPr/>
        </p:nvSpPr>
        <p:spPr>
          <a:xfrm>
            <a:off x="3121200" y="5447520"/>
            <a:ext cx="932400" cy="3639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buNone/>
            </a:pPr>
            <a:r>
              <a:rPr lang="fr-FR" sz="1800" b="0" strike="noStrike" spc="-1">
                <a:solidFill>
                  <a:srgbClr val="000000"/>
                </a:solidFill>
                <a:latin typeface="Calibri"/>
              </a:rPr>
              <a:t>[SCORE]</a:t>
            </a:r>
            <a:endParaRPr lang="fr-FR" sz="1800" b="0" strike="noStrike" spc="-1">
              <a:latin typeface="Arial"/>
            </a:endParaRPr>
          </a:p>
        </p:txBody>
      </p:sp>
      <p:sp>
        <p:nvSpPr>
          <p:cNvPr id="293" name="ZoneTexte 11"/>
          <p:cNvSpPr/>
          <p:nvPr/>
        </p:nvSpPr>
        <p:spPr>
          <a:xfrm>
            <a:off x="3121560" y="5825160"/>
            <a:ext cx="1109160" cy="3639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buNone/>
            </a:pPr>
            <a:r>
              <a:rPr lang="fr-FR" sz="1800" b="0" strike="noStrike" spc="-1">
                <a:solidFill>
                  <a:srgbClr val="000000"/>
                </a:solidFill>
                <a:latin typeface="Calibri"/>
              </a:rPr>
              <a:t>[FORMES]</a:t>
            </a:r>
            <a:endParaRPr lang="fr-FR" sz="1800" b="0" strike="noStrike" spc="-1">
              <a:latin typeface="Arial"/>
            </a:endParaRPr>
          </a:p>
        </p:txBody>
      </p:sp>
      <p:sp>
        <p:nvSpPr>
          <p:cNvPr id="294" name="ZoneTexte 12"/>
          <p:cNvSpPr/>
          <p:nvPr/>
        </p:nvSpPr>
        <p:spPr>
          <a:xfrm>
            <a:off x="3123360" y="6197040"/>
            <a:ext cx="1317960" cy="3639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buNone/>
            </a:pPr>
            <a:r>
              <a:rPr lang="fr-FR" sz="1800" b="0" strike="noStrike" spc="-1">
                <a:solidFill>
                  <a:srgbClr val="000000"/>
                </a:solidFill>
                <a:latin typeface="Calibri"/>
              </a:rPr>
              <a:t>[COULEURS]</a:t>
            </a:r>
            <a:endParaRPr lang="fr-FR" sz="1800" b="0" strike="noStrike" spc="-1">
              <a:latin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 name="PlaceHolder 1"/>
          <p:cNvSpPr>
            <a:spLocks noGrp="1"/>
          </p:cNvSpPr>
          <p:nvPr>
            <p:ph type="title"/>
          </p:nvPr>
        </p:nvSpPr>
        <p:spPr>
          <a:xfrm>
            <a:off x="838080" y="291600"/>
            <a:ext cx="10515240" cy="1325160"/>
          </a:xfrm>
          <a:prstGeom prst="rect">
            <a:avLst/>
          </a:prstGeom>
          <a:noFill/>
          <a:ln w="0">
            <a:noFill/>
          </a:ln>
        </p:spPr>
        <p:txBody>
          <a:bodyPr anchor="ctr">
            <a:noAutofit/>
          </a:bodyPr>
          <a:lstStyle/>
          <a:p>
            <a:pPr>
              <a:lnSpc>
                <a:spcPct val="90000"/>
              </a:lnSpc>
              <a:buNone/>
            </a:pPr>
            <a:r>
              <a:rPr lang="fr-FR" sz="4400" b="1" strike="noStrike" spc="-1">
                <a:solidFill>
                  <a:srgbClr val="3C56AF"/>
                </a:solidFill>
                <a:latin typeface="HK Grotesk"/>
              </a:rPr>
              <a:t>Système de classement</a:t>
            </a:r>
            <a:endParaRPr lang="fr-FR" sz="4400" b="0" strike="noStrike" spc="-1">
              <a:solidFill>
                <a:srgbClr val="000000"/>
              </a:solidFill>
              <a:latin typeface="Calibri"/>
            </a:endParaRPr>
          </a:p>
        </p:txBody>
      </p:sp>
      <p:sp>
        <p:nvSpPr>
          <p:cNvPr id="296" name="PlaceHolder 2"/>
          <p:cNvSpPr>
            <a:spLocks noGrp="1"/>
          </p:cNvSpPr>
          <p:nvPr>
            <p:ph/>
          </p:nvPr>
        </p:nvSpPr>
        <p:spPr>
          <a:xfrm>
            <a:off x="838080" y="1752120"/>
            <a:ext cx="10515240" cy="4350960"/>
          </a:xfrm>
          <a:prstGeom prst="rect">
            <a:avLst/>
          </a:prstGeom>
          <a:noFill/>
          <a:ln w="0">
            <a:noFill/>
          </a:ln>
        </p:spPr>
        <p:txBody>
          <a:bodyPr anchor="t">
            <a:noAutofit/>
          </a:bodyPr>
          <a:lstStyle/>
          <a:p>
            <a:pPr>
              <a:lnSpc>
                <a:spcPct val="90000"/>
              </a:lnSpc>
              <a:spcBef>
                <a:spcPts val="1001"/>
              </a:spcBef>
              <a:buNone/>
              <a:tabLst>
                <a:tab pos="0" algn="l"/>
              </a:tabLst>
            </a:pPr>
            <a:r>
              <a:rPr lang="fr-FR" sz="2800" b="1" strike="noStrike" spc="-1">
                <a:solidFill>
                  <a:srgbClr val="202529"/>
                </a:solidFill>
                <a:latin typeface="Open Sans"/>
                <a:ea typeface="Open Sans"/>
              </a:rPr>
              <a:t>Principe</a:t>
            </a:r>
            <a:endParaRPr lang="fr-FR" sz="2800" b="0" strike="noStrike" spc="-1">
              <a:solidFill>
                <a:srgbClr val="202529"/>
              </a:solidFill>
              <a:latin typeface="Open Sans"/>
            </a:endParaRPr>
          </a:p>
          <a:p>
            <a:pPr>
              <a:lnSpc>
                <a:spcPct val="90000"/>
              </a:lnSpc>
              <a:spcBef>
                <a:spcPts val="1001"/>
              </a:spcBef>
              <a:buNone/>
              <a:tabLst>
                <a:tab pos="0" algn="l"/>
              </a:tabLst>
            </a:pPr>
            <a:endParaRPr lang="fr-FR" sz="1800" b="0" strike="noStrike" spc="-1">
              <a:solidFill>
                <a:srgbClr val="202529"/>
              </a:solidFill>
              <a:latin typeface="Open Sans"/>
            </a:endParaRPr>
          </a:p>
          <a:p>
            <a:pPr>
              <a:lnSpc>
                <a:spcPct val="90000"/>
              </a:lnSpc>
              <a:spcBef>
                <a:spcPts val="1001"/>
              </a:spcBef>
              <a:buNone/>
              <a:tabLst>
                <a:tab pos="0" algn="l"/>
              </a:tabLst>
            </a:pPr>
            <a:r>
              <a:rPr lang="fr-FR" sz="1800" b="0" strike="noStrike" spc="-1">
                <a:solidFill>
                  <a:srgbClr val="202529"/>
                </a:solidFill>
                <a:latin typeface="Open Sans"/>
                <a:ea typeface="Open Sans"/>
              </a:rPr>
              <a:t> </a:t>
            </a:r>
            <a:endParaRPr lang="fr-FR" sz="1800" b="0" strike="noStrike" spc="-1">
              <a:solidFill>
                <a:srgbClr val="202529"/>
              </a:solidFill>
              <a:latin typeface="Open Sans"/>
            </a:endParaRPr>
          </a:p>
        </p:txBody>
      </p:sp>
      <p:graphicFrame>
        <p:nvGraphicFramePr>
          <p:cNvPr id="2" name="Diagram2"/>
          <p:cNvGraphicFramePr/>
          <p:nvPr>
            <p:extLst>
              <p:ext uri="{D42A27DB-BD31-4B8C-83A1-F6EECF244321}">
                <p14:modId xmlns:p14="http://schemas.microsoft.com/office/powerpoint/2010/main" val="32685522"/>
              </p:ext>
            </p:extLst>
          </p:nvPr>
        </p:nvGraphicFramePr>
        <p:xfrm>
          <a:off x="-159840" y="1371600"/>
          <a:ext cx="8491680" cy="48668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97" name="ZoneTexte 4"/>
          <p:cNvSpPr/>
          <p:nvPr/>
        </p:nvSpPr>
        <p:spPr>
          <a:xfrm>
            <a:off x="1500840" y="6373800"/>
            <a:ext cx="5025960" cy="3639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buNone/>
            </a:pPr>
            <a:r>
              <a:rPr lang="fr-FR" sz="1800" b="0" strike="noStrike" spc="-1">
                <a:solidFill>
                  <a:srgbClr val="000000"/>
                </a:solidFill>
                <a:latin typeface="Calibri"/>
              </a:rPr>
              <a:t>Applique le tri par insertion =&gt; réécris dans le fichier</a:t>
            </a:r>
            <a:endParaRPr lang="fr-FR" sz="1800" b="0" strike="noStrike" spc="-1">
              <a:latin typeface="Arial"/>
            </a:endParaRPr>
          </a:p>
        </p:txBody>
      </p:sp>
      <p:pic>
        <p:nvPicPr>
          <p:cNvPr id="298" name="Image 297"/>
          <p:cNvPicPr/>
          <p:nvPr/>
        </p:nvPicPr>
        <p:blipFill>
          <a:blip r:embed="rId7"/>
          <a:stretch/>
        </p:blipFill>
        <p:spPr>
          <a:xfrm>
            <a:off x="7509600" y="1371600"/>
            <a:ext cx="4370400" cy="1786680"/>
          </a:xfrm>
          <a:prstGeom prst="rect">
            <a:avLst/>
          </a:prstGeom>
          <a:ln w="0">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99" name="Tableau 11"/>
          <p:cNvGraphicFramePr/>
          <p:nvPr/>
        </p:nvGraphicFramePr>
        <p:xfrm>
          <a:off x="1414440" y="1046520"/>
          <a:ext cx="9362880" cy="4764240"/>
        </p:xfrm>
        <a:graphic>
          <a:graphicData uri="http://schemas.openxmlformats.org/drawingml/2006/table">
            <a:tbl>
              <a:tblPr/>
              <a:tblGrid>
                <a:gridCol w="9362880">
                  <a:extLst>
                    <a:ext uri="{9D8B030D-6E8A-4147-A177-3AD203B41FA5}">
                      <a16:colId xmlns:a16="http://schemas.microsoft.com/office/drawing/2014/main" val="20000"/>
                    </a:ext>
                  </a:extLst>
                </a:gridCol>
              </a:tblGrid>
              <a:tr h="870480">
                <a:tc>
                  <a:txBody>
                    <a:bodyPr/>
                    <a:lstStyle/>
                    <a:p>
                      <a:pPr>
                        <a:lnSpc>
                          <a:spcPct val="100000"/>
                        </a:lnSpc>
                        <a:buNone/>
                      </a:pPr>
                      <a:r>
                        <a:rPr lang="fr-FR" sz="2400" b="1" strike="noStrike" spc="-1">
                          <a:solidFill>
                            <a:srgbClr val="FFFFFF"/>
                          </a:solidFill>
                          <a:latin typeface="HK Grotesk"/>
                        </a:rPr>
                        <a:t>BONUS</a:t>
                      </a:r>
                      <a:endParaRPr lang="fr-FR" sz="2400" b="0" strike="noStrike" spc="-1">
                        <a:latin typeface="Arial"/>
                      </a:endParaRPr>
                    </a:p>
                  </a:txBody>
                  <a:tcPr anchor="ctr">
                    <a:lnL w="12240">
                      <a:solidFill>
                        <a:srgbClr val="FFFFFF"/>
                      </a:solidFill>
                    </a:lnL>
                    <a:lnR w="12240">
                      <a:solidFill>
                        <a:srgbClr val="FFFFFF"/>
                      </a:solidFill>
                    </a:lnR>
                    <a:lnT w="12240">
                      <a:solidFill>
                        <a:srgbClr val="FFFFFF"/>
                      </a:solidFill>
                    </a:lnT>
                    <a:lnB w="38160">
                      <a:solidFill>
                        <a:srgbClr val="FFFFFF"/>
                      </a:solidFill>
                    </a:lnB>
                    <a:solidFill>
                      <a:srgbClr val="4472C4"/>
                    </a:solidFill>
                  </a:tcPr>
                </a:tc>
                <a:extLst>
                  <a:ext uri="{0D108BD9-81ED-4DB2-BD59-A6C34878D82A}">
                    <a16:rowId xmlns:a16="http://schemas.microsoft.com/office/drawing/2014/main" val="10000"/>
                  </a:ext>
                </a:extLst>
              </a:tr>
              <a:tr h="870480">
                <a:tc>
                  <a:txBody>
                    <a:bodyPr/>
                    <a:lstStyle/>
                    <a:p>
                      <a:pPr marL="457200">
                        <a:lnSpc>
                          <a:spcPct val="150000"/>
                        </a:lnSpc>
                        <a:buNone/>
                      </a:pPr>
                      <a:r>
                        <a:rPr lang="fr-FR" sz="1800" b="0" strike="noStrike" spc="-1">
                          <a:solidFill>
                            <a:srgbClr val="000000"/>
                          </a:solidFill>
                          <a:latin typeface="Open Sans"/>
                          <a:ea typeface="Open Sans"/>
                        </a:rPr>
                        <a:t>Tout técontent</a:t>
                      </a:r>
                      <a:endParaRPr lang="fr-FR" sz="1800" b="0" strike="noStrike" spc="-1">
                        <a:latin typeface="Arial"/>
                      </a:endParaRPr>
                    </a:p>
                  </a:txBody>
                  <a:tcPr anchor="ctr">
                    <a:lnL w="12240">
                      <a:solidFill>
                        <a:srgbClr val="FFFFFF"/>
                      </a:solidFill>
                    </a:lnL>
                    <a:lnR w="12240">
                      <a:solidFill>
                        <a:srgbClr val="FFFFFF"/>
                      </a:solidFill>
                    </a:lnR>
                    <a:lnT w="38160" cap="flat" cmpd="sng" algn="ctr">
                      <a:solidFill>
                        <a:srgbClr val="FFFFFF"/>
                      </a:solidFill>
                      <a:prstDash val="solid"/>
                      <a:round/>
                      <a:headEnd type="none" w="med" len="med"/>
                      <a:tailEnd type="none" w="med" len="med"/>
                    </a:lnT>
                    <a:lnB w="12240">
                      <a:solidFill>
                        <a:srgbClr val="FFFFFF"/>
                      </a:solidFill>
                    </a:lnB>
                    <a:solidFill>
                      <a:srgbClr val="CFD5E9"/>
                    </a:solidFill>
                  </a:tcPr>
                </a:tc>
                <a:extLst>
                  <a:ext uri="{0D108BD9-81ED-4DB2-BD59-A6C34878D82A}">
                    <a16:rowId xmlns:a16="http://schemas.microsoft.com/office/drawing/2014/main" val="10001"/>
                  </a:ext>
                </a:extLst>
              </a:tr>
              <a:tr h="870480">
                <a:tc>
                  <a:txBody>
                    <a:bodyPr/>
                    <a:lstStyle/>
                    <a:p>
                      <a:pPr marL="457200">
                        <a:lnSpc>
                          <a:spcPct val="150000"/>
                        </a:lnSpc>
                        <a:buNone/>
                      </a:pPr>
                      <a:r>
                        <a:rPr lang="fr-FR" sz="1800" b="0" strike="noStrike" spc="-1">
                          <a:solidFill>
                            <a:srgbClr val="000000"/>
                          </a:solidFill>
                          <a:latin typeface="Open Sans"/>
                          <a:ea typeface="Open Sans"/>
                        </a:rPr>
                        <a:t>Gestion des combos</a:t>
                      </a:r>
                      <a:endParaRPr lang="fr-FR" sz="1800" b="0" strike="noStrike" spc="-1">
                        <a:latin typeface="Arial"/>
                      </a:endParaRPr>
                    </a:p>
                  </a:txBody>
                  <a:tcPr anchor="ctr">
                    <a:lnL w="12240">
                      <a:solidFill>
                        <a:srgbClr val="FFFFFF"/>
                      </a:solidFill>
                    </a:lnL>
                    <a:lnR w="12240">
                      <a:solidFill>
                        <a:srgbClr val="FFFFFF"/>
                      </a:solidFill>
                    </a:lnR>
                    <a:lnT w="12240">
                      <a:solidFill>
                        <a:srgbClr val="FFFFFF"/>
                      </a:solidFill>
                    </a:lnT>
                    <a:lnB w="12240">
                      <a:solidFill>
                        <a:srgbClr val="FFFFFF"/>
                      </a:solidFill>
                    </a:lnB>
                    <a:solidFill>
                      <a:srgbClr val="E8EBF4"/>
                    </a:solidFill>
                  </a:tcPr>
                </a:tc>
                <a:extLst>
                  <a:ext uri="{0D108BD9-81ED-4DB2-BD59-A6C34878D82A}">
                    <a16:rowId xmlns:a16="http://schemas.microsoft.com/office/drawing/2014/main" val="10002"/>
                  </a:ext>
                </a:extLst>
              </a:tr>
              <a:tr h="1282320">
                <a:tc>
                  <a:txBody>
                    <a:bodyPr/>
                    <a:lstStyle/>
                    <a:p>
                      <a:pPr marL="457200">
                        <a:lnSpc>
                          <a:spcPct val="150000"/>
                        </a:lnSpc>
                        <a:buNone/>
                      </a:pPr>
                      <a:r>
                        <a:rPr lang="fr-FR" sz="1800" b="0" strike="noStrike" spc="-1">
                          <a:solidFill>
                            <a:srgbClr val="000000"/>
                          </a:solidFill>
                          <a:latin typeface="Open Sans"/>
                          <a:ea typeface="Open Sans"/>
                        </a:rPr>
                        <a:t>Effet d’affichage</a:t>
                      </a:r>
                      <a:endParaRPr lang="fr-FR" sz="1800" b="0" strike="noStrike" spc="-1">
                        <a:latin typeface="Arial"/>
                      </a:endParaRPr>
                    </a:p>
                  </a:txBody>
                  <a:tcPr anchor="ctr">
                    <a:lnL w="12240">
                      <a:solidFill>
                        <a:srgbClr val="FFFFFF"/>
                      </a:solidFill>
                    </a:lnL>
                    <a:lnR w="12240">
                      <a:solidFill>
                        <a:srgbClr val="FFFFFF"/>
                      </a:solidFill>
                    </a:lnR>
                    <a:lnT w="12240">
                      <a:solidFill>
                        <a:srgbClr val="FFFFFF"/>
                      </a:solidFill>
                    </a:lnT>
                    <a:lnB w="12240">
                      <a:solidFill>
                        <a:srgbClr val="FFFFFF"/>
                      </a:solidFill>
                    </a:lnB>
                    <a:solidFill>
                      <a:srgbClr val="CFD5E9"/>
                    </a:solidFill>
                  </a:tcPr>
                </a:tc>
                <a:extLst>
                  <a:ext uri="{0D108BD9-81ED-4DB2-BD59-A6C34878D82A}">
                    <a16:rowId xmlns:a16="http://schemas.microsoft.com/office/drawing/2014/main" val="10003"/>
                  </a:ext>
                </a:extLst>
              </a:tr>
              <a:tr h="870480">
                <a:tc>
                  <a:txBody>
                    <a:bodyPr/>
                    <a:lstStyle/>
                    <a:p>
                      <a:pPr marL="457200">
                        <a:lnSpc>
                          <a:spcPct val="150000"/>
                        </a:lnSpc>
                        <a:buNone/>
                      </a:pPr>
                      <a:r>
                        <a:rPr lang="fr-FR" sz="1800" b="0" strike="noStrike" spc="-1">
                          <a:solidFill>
                            <a:srgbClr val="000000"/>
                          </a:solidFill>
                          <a:latin typeface="Open Sans"/>
                          <a:ea typeface="Open Sans"/>
                        </a:rPr>
                        <a:t>Indication du « meilleur » coup à jouer grace à une « IA »</a:t>
                      </a:r>
                      <a:endParaRPr lang="fr-FR" sz="1800" b="0" strike="noStrike" spc="-1">
                        <a:latin typeface="Arial"/>
                      </a:endParaRPr>
                    </a:p>
                  </a:txBody>
                  <a:tcPr anchor="ctr">
                    <a:lnL w="12240">
                      <a:solidFill>
                        <a:srgbClr val="FFFFFF"/>
                      </a:solidFill>
                    </a:lnL>
                    <a:lnR w="12240">
                      <a:solidFill>
                        <a:srgbClr val="FFFFFF"/>
                      </a:solidFill>
                    </a:lnR>
                    <a:lnT w="12240">
                      <a:solidFill>
                        <a:srgbClr val="FFFFFF"/>
                      </a:solidFill>
                    </a:lnT>
                    <a:lnB w="12240">
                      <a:solidFill>
                        <a:srgbClr val="FFFFFF"/>
                      </a:solidFill>
                    </a:lnB>
                    <a:solidFill>
                      <a:srgbClr val="E8EBF4"/>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 name="PlaceHolder 1"/>
          <p:cNvSpPr>
            <a:spLocks noGrp="1"/>
          </p:cNvSpPr>
          <p:nvPr>
            <p:ph type="title"/>
          </p:nvPr>
        </p:nvSpPr>
        <p:spPr>
          <a:xfrm>
            <a:off x="838080" y="291600"/>
            <a:ext cx="10515240" cy="1325160"/>
          </a:xfrm>
          <a:prstGeom prst="rect">
            <a:avLst/>
          </a:prstGeom>
          <a:noFill/>
          <a:ln w="0">
            <a:noFill/>
          </a:ln>
        </p:spPr>
        <p:txBody>
          <a:bodyPr anchor="ctr">
            <a:noAutofit/>
          </a:bodyPr>
          <a:lstStyle/>
          <a:p>
            <a:pPr>
              <a:lnSpc>
                <a:spcPct val="90000"/>
              </a:lnSpc>
              <a:buNone/>
            </a:pPr>
            <a:r>
              <a:rPr lang="fr-FR" sz="4400" b="1" strike="noStrike" spc="-1">
                <a:solidFill>
                  <a:srgbClr val="3C56AF"/>
                </a:solidFill>
                <a:latin typeface="HK Grotesk"/>
              </a:rPr>
              <a:t>Gestion des combos</a:t>
            </a:r>
            <a:endParaRPr lang="fr-FR" sz="4400" b="0" strike="noStrike" spc="-1">
              <a:solidFill>
                <a:srgbClr val="000000"/>
              </a:solidFill>
              <a:latin typeface="Calibri"/>
            </a:endParaRPr>
          </a:p>
        </p:txBody>
      </p:sp>
      <p:sp>
        <p:nvSpPr>
          <p:cNvPr id="301" name="PlaceHolder 2"/>
          <p:cNvSpPr>
            <a:spLocks noGrp="1"/>
          </p:cNvSpPr>
          <p:nvPr>
            <p:ph/>
          </p:nvPr>
        </p:nvSpPr>
        <p:spPr>
          <a:xfrm>
            <a:off x="838080" y="1752120"/>
            <a:ext cx="10515240" cy="4350960"/>
          </a:xfrm>
          <a:prstGeom prst="rect">
            <a:avLst/>
          </a:prstGeom>
          <a:noFill/>
          <a:ln w="0">
            <a:noFill/>
          </a:ln>
        </p:spPr>
        <p:txBody>
          <a:bodyPr anchor="t">
            <a:noAutofit/>
          </a:bodyPr>
          <a:lstStyle/>
          <a:p>
            <a:pPr>
              <a:lnSpc>
                <a:spcPct val="90000"/>
              </a:lnSpc>
              <a:spcBef>
                <a:spcPts val="1001"/>
              </a:spcBef>
              <a:buNone/>
              <a:tabLst>
                <a:tab pos="0" algn="l"/>
              </a:tabLst>
            </a:pPr>
            <a:r>
              <a:rPr lang="fr-FR" sz="2800" b="1" strike="noStrike" spc="-1">
                <a:solidFill>
                  <a:srgbClr val="202529"/>
                </a:solidFill>
                <a:latin typeface="Open Sans"/>
                <a:ea typeface="Open Sans"/>
              </a:rPr>
              <a:t>Principe</a:t>
            </a:r>
            <a:endParaRPr lang="fr-FR" sz="2800" b="0" strike="noStrike" spc="-1">
              <a:solidFill>
                <a:srgbClr val="202529"/>
              </a:solidFill>
              <a:latin typeface="Open Sans"/>
            </a:endParaRPr>
          </a:p>
          <a:p>
            <a:pPr>
              <a:lnSpc>
                <a:spcPct val="90000"/>
              </a:lnSpc>
              <a:spcBef>
                <a:spcPts val="1001"/>
              </a:spcBef>
              <a:buNone/>
              <a:tabLst>
                <a:tab pos="0" algn="l"/>
              </a:tabLst>
            </a:pPr>
            <a:r>
              <a:rPr lang="fr-FR" sz="1800" b="0" strike="noStrike" spc="-1">
                <a:solidFill>
                  <a:srgbClr val="202529"/>
                </a:solidFill>
                <a:latin typeface="Open Sans"/>
                <a:ea typeface="Open Sans"/>
              </a:rPr>
              <a:t>Nous avons mis en place un système de combos avec un principe de multiplicateur. </a:t>
            </a:r>
            <a:endParaRPr lang="fr-FR" sz="1800" b="0" strike="noStrike" spc="-1">
              <a:solidFill>
                <a:srgbClr val="202529"/>
              </a:solidFill>
              <a:latin typeface="Open Sans"/>
            </a:endParaRPr>
          </a:p>
          <a:p>
            <a:pPr>
              <a:lnSpc>
                <a:spcPct val="90000"/>
              </a:lnSpc>
              <a:spcBef>
                <a:spcPts val="1001"/>
              </a:spcBef>
              <a:buNone/>
              <a:tabLst>
                <a:tab pos="0" algn="l"/>
              </a:tabLst>
            </a:pPr>
            <a:r>
              <a:rPr lang="fr-FR" sz="1800" b="0" strike="noStrike" spc="-1">
                <a:solidFill>
                  <a:srgbClr val="202529"/>
                </a:solidFill>
                <a:latin typeface="Open Sans"/>
                <a:ea typeface="Open Sans"/>
              </a:rPr>
              <a:t>L’idée est assez simple, nous avons modifié notre fonction de suppression de 3 pièces consécutives pour la rendre récursive.</a:t>
            </a:r>
            <a:endParaRPr lang="fr-FR" sz="1800" b="0" strike="noStrike" spc="-1">
              <a:solidFill>
                <a:srgbClr val="202529"/>
              </a:solidFill>
              <a:latin typeface="Open Sans"/>
            </a:endParaRPr>
          </a:p>
          <a:p>
            <a:pPr>
              <a:lnSpc>
                <a:spcPct val="90000"/>
              </a:lnSpc>
              <a:spcBef>
                <a:spcPts val="1001"/>
              </a:spcBef>
              <a:buNone/>
              <a:tabLst>
                <a:tab pos="0" algn="l"/>
              </a:tabLst>
            </a:pPr>
            <a:r>
              <a:rPr lang="fr-FR" sz="1800" b="0" strike="noStrike" spc="-1">
                <a:solidFill>
                  <a:srgbClr val="202529"/>
                </a:solidFill>
                <a:latin typeface="Open Sans"/>
                <a:ea typeface="Open Sans"/>
              </a:rPr>
              <a:t>Ainsi, une suppression faite engendre un rappel de cette fonction qui incrémente la variable combo. Si il y a de nouveaux une suppression, cela ajoutera 2 fois le score de la suppression…</a:t>
            </a:r>
            <a:endParaRPr lang="fr-FR" sz="1800" b="0" strike="noStrike" spc="-1">
              <a:solidFill>
                <a:srgbClr val="202529"/>
              </a:solidFill>
              <a:latin typeface="Open Sans"/>
            </a:endParaRPr>
          </a:p>
        </p:txBody>
      </p:sp>
      <p:pic>
        <p:nvPicPr>
          <p:cNvPr id="302" name="Image 301"/>
          <p:cNvPicPr/>
          <p:nvPr/>
        </p:nvPicPr>
        <p:blipFill>
          <a:blip r:embed="rId3"/>
          <a:stretch/>
        </p:blipFill>
        <p:spPr>
          <a:xfrm>
            <a:off x="1728000" y="4320000"/>
            <a:ext cx="2770200" cy="1080000"/>
          </a:xfrm>
          <a:prstGeom prst="rect">
            <a:avLst/>
          </a:prstGeom>
          <a:ln w="0">
            <a:noFill/>
          </a:ln>
        </p:spPr>
      </p:pic>
      <p:pic>
        <p:nvPicPr>
          <p:cNvPr id="303" name="Image 302"/>
          <p:cNvPicPr/>
          <p:nvPr/>
        </p:nvPicPr>
        <p:blipFill>
          <a:blip r:embed="rId4"/>
          <a:stretch/>
        </p:blipFill>
        <p:spPr>
          <a:xfrm>
            <a:off x="4652280" y="4320000"/>
            <a:ext cx="2835720" cy="1105560"/>
          </a:xfrm>
          <a:prstGeom prst="rect">
            <a:avLst/>
          </a:prstGeom>
          <a:ln w="0">
            <a:noFill/>
          </a:ln>
        </p:spPr>
      </p:pic>
      <p:pic>
        <p:nvPicPr>
          <p:cNvPr id="304" name="Image 303"/>
          <p:cNvPicPr/>
          <p:nvPr/>
        </p:nvPicPr>
        <p:blipFill>
          <a:blip r:embed="rId5"/>
          <a:stretch/>
        </p:blipFill>
        <p:spPr>
          <a:xfrm>
            <a:off x="7668000" y="4310280"/>
            <a:ext cx="2880000" cy="1139400"/>
          </a:xfrm>
          <a:prstGeom prst="rect">
            <a:avLst/>
          </a:prstGeom>
          <a:ln w="0">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 name="PlaceHolder 1"/>
          <p:cNvSpPr>
            <a:spLocks noGrp="1"/>
          </p:cNvSpPr>
          <p:nvPr>
            <p:ph type="title"/>
          </p:nvPr>
        </p:nvSpPr>
        <p:spPr>
          <a:xfrm>
            <a:off x="838080" y="291600"/>
            <a:ext cx="10515240" cy="1325160"/>
          </a:xfrm>
          <a:prstGeom prst="rect">
            <a:avLst/>
          </a:prstGeom>
          <a:noFill/>
          <a:ln w="0">
            <a:noFill/>
          </a:ln>
        </p:spPr>
        <p:txBody>
          <a:bodyPr anchor="ctr">
            <a:noAutofit/>
          </a:bodyPr>
          <a:lstStyle/>
          <a:p>
            <a:pPr>
              <a:lnSpc>
                <a:spcPct val="90000"/>
              </a:lnSpc>
              <a:buNone/>
            </a:pPr>
            <a:r>
              <a:rPr lang="fr-FR" sz="4400" b="1" strike="noStrike" spc="-1">
                <a:solidFill>
                  <a:srgbClr val="3C56AF"/>
                </a:solidFill>
                <a:latin typeface="HK Grotesk"/>
              </a:rPr>
              <a:t>Effet de chargement</a:t>
            </a:r>
            <a:endParaRPr lang="fr-FR" sz="4400" b="0" strike="noStrike" spc="-1">
              <a:solidFill>
                <a:srgbClr val="000000"/>
              </a:solidFill>
              <a:latin typeface="Calibri"/>
            </a:endParaRPr>
          </a:p>
        </p:txBody>
      </p:sp>
      <p:sp>
        <p:nvSpPr>
          <p:cNvPr id="306" name="PlaceHolder 2"/>
          <p:cNvSpPr>
            <a:spLocks noGrp="1"/>
          </p:cNvSpPr>
          <p:nvPr>
            <p:ph/>
          </p:nvPr>
        </p:nvSpPr>
        <p:spPr>
          <a:xfrm>
            <a:off x="838080" y="1752120"/>
            <a:ext cx="10515240" cy="1847880"/>
          </a:xfrm>
          <a:prstGeom prst="rect">
            <a:avLst/>
          </a:prstGeom>
          <a:noFill/>
          <a:ln w="0">
            <a:noFill/>
          </a:ln>
        </p:spPr>
        <p:txBody>
          <a:bodyPr anchor="t">
            <a:noAutofit/>
          </a:bodyPr>
          <a:lstStyle/>
          <a:p>
            <a:pPr>
              <a:lnSpc>
                <a:spcPct val="90000"/>
              </a:lnSpc>
              <a:spcBef>
                <a:spcPts val="1001"/>
              </a:spcBef>
              <a:buNone/>
              <a:tabLst>
                <a:tab pos="0" algn="l"/>
              </a:tabLst>
            </a:pPr>
            <a:r>
              <a:rPr lang="fr-FR" sz="2800" b="1" strike="noStrike" spc="-1">
                <a:solidFill>
                  <a:srgbClr val="202529"/>
                </a:solidFill>
                <a:latin typeface="Open Sans"/>
                <a:ea typeface="Open Sans"/>
              </a:rPr>
              <a:t>Principe</a:t>
            </a:r>
            <a:endParaRPr lang="fr-FR" sz="2800" b="0" strike="noStrike" spc="-1">
              <a:solidFill>
                <a:srgbClr val="202529"/>
              </a:solidFill>
              <a:latin typeface="Open Sans"/>
            </a:endParaRPr>
          </a:p>
          <a:p>
            <a:pPr>
              <a:lnSpc>
                <a:spcPct val="90000"/>
              </a:lnSpc>
              <a:spcBef>
                <a:spcPts val="1001"/>
              </a:spcBef>
              <a:buNone/>
              <a:tabLst>
                <a:tab pos="0" algn="l"/>
              </a:tabLst>
            </a:pPr>
            <a:r>
              <a:rPr lang="fr-FR" sz="1800" b="0" strike="noStrike" spc="-1">
                <a:solidFill>
                  <a:srgbClr val="202529"/>
                </a:solidFill>
                <a:latin typeface="Open Sans"/>
                <a:ea typeface="Open Sans"/>
              </a:rPr>
              <a:t>Afin de rendre ce jeu un peu plus « réaliste », nous avons dissimuler à plusieurs endroits des effets de chargement sur le texte.</a:t>
            </a:r>
            <a:endParaRPr lang="fr-FR" sz="1800" b="0" strike="noStrike" spc="-1">
              <a:solidFill>
                <a:srgbClr val="202529"/>
              </a:solidFill>
              <a:latin typeface="Open Sans"/>
            </a:endParaRPr>
          </a:p>
          <a:p>
            <a:pPr>
              <a:lnSpc>
                <a:spcPct val="90000"/>
              </a:lnSpc>
              <a:spcBef>
                <a:spcPts val="1001"/>
              </a:spcBef>
              <a:buNone/>
              <a:tabLst>
                <a:tab pos="0" algn="l"/>
              </a:tabLst>
            </a:pPr>
            <a:endParaRPr lang="fr-FR" sz="1800" b="0" strike="noStrike" spc="-1">
              <a:solidFill>
                <a:srgbClr val="202529"/>
              </a:solidFill>
              <a:latin typeface="Open Sans"/>
            </a:endParaRPr>
          </a:p>
          <a:p>
            <a:pPr>
              <a:lnSpc>
                <a:spcPct val="90000"/>
              </a:lnSpc>
              <a:spcBef>
                <a:spcPts val="1001"/>
              </a:spcBef>
              <a:buNone/>
              <a:tabLst>
                <a:tab pos="0" algn="l"/>
              </a:tabLst>
            </a:pPr>
            <a:r>
              <a:rPr lang="fr-FR" sz="1800" b="0" strike="noStrike" spc="-1">
                <a:solidFill>
                  <a:srgbClr val="202529"/>
                </a:solidFill>
                <a:latin typeface="Open Sans"/>
                <a:ea typeface="Open Sans"/>
              </a:rPr>
              <a:t>Réalisé lors de la simulation</a:t>
            </a:r>
            <a:endParaRPr lang="fr-FR" sz="1800" b="0" strike="noStrike" spc="-1">
              <a:solidFill>
                <a:srgbClr val="202529"/>
              </a:solidFill>
              <a:latin typeface="Open Sans"/>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 name="PlaceHolder 1"/>
          <p:cNvSpPr>
            <a:spLocks noGrp="1"/>
          </p:cNvSpPr>
          <p:nvPr>
            <p:ph type="title"/>
          </p:nvPr>
        </p:nvSpPr>
        <p:spPr>
          <a:xfrm>
            <a:off x="838080" y="291600"/>
            <a:ext cx="10515240" cy="1325160"/>
          </a:xfrm>
          <a:prstGeom prst="rect">
            <a:avLst/>
          </a:prstGeom>
          <a:noFill/>
          <a:ln w="0">
            <a:noFill/>
          </a:ln>
        </p:spPr>
        <p:txBody>
          <a:bodyPr anchor="ctr">
            <a:noAutofit/>
          </a:bodyPr>
          <a:lstStyle/>
          <a:p>
            <a:pPr>
              <a:lnSpc>
                <a:spcPct val="90000"/>
              </a:lnSpc>
              <a:buNone/>
            </a:pPr>
            <a:r>
              <a:rPr lang="fr-FR" sz="4400" b="1" strike="noStrike" spc="-1">
                <a:solidFill>
                  <a:srgbClr val="3C56AF"/>
                </a:solidFill>
                <a:latin typeface="HK Grotesk"/>
              </a:rPr>
              <a:t>L’ « IA »</a:t>
            </a:r>
            <a:endParaRPr lang="fr-FR" sz="4400" b="0" strike="noStrike" spc="-1">
              <a:solidFill>
                <a:srgbClr val="000000"/>
              </a:solidFill>
              <a:latin typeface="Calibri"/>
            </a:endParaRPr>
          </a:p>
        </p:txBody>
      </p:sp>
      <p:sp>
        <p:nvSpPr>
          <p:cNvPr id="308" name="PlaceHolder 2"/>
          <p:cNvSpPr>
            <a:spLocks noGrp="1"/>
          </p:cNvSpPr>
          <p:nvPr>
            <p:ph/>
          </p:nvPr>
        </p:nvSpPr>
        <p:spPr>
          <a:xfrm>
            <a:off x="838080" y="1752120"/>
            <a:ext cx="10515240" cy="4350960"/>
          </a:xfrm>
          <a:prstGeom prst="rect">
            <a:avLst/>
          </a:prstGeom>
          <a:noFill/>
          <a:ln w="0">
            <a:noFill/>
          </a:ln>
        </p:spPr>
        <p:txBody>
          <a:bodyPr anchor="t">
            <a:noAutofit/>
          </a:bodyPr>
          <a:lstStyle/>
          <a:p>
            <a:pPr>
              <a:lnSpc>
                <a:spcPct val="90000"/>
              </a:lnSpc>
              <a:spcBef>
                <a:spcPts val="1001"/>
              </a:spcBef>
              <a:buNone/>
              <a:tabLst>
                <a:tab pos="0" algn="l"/>
              </a:tabLst>
            </a:pPr>
            <a:r>
              <a:rPr lang="fr-FR" sz="2800" b="1" strike="noStrike" spc="-1">
                <a:solidFill>
                  <a:srgbClr val="202529"/>
                </a:solidFill>
                <a:latin typeface="Open Sans"/>
                <a:ea typeface="Open Sans"/>
              </a:rPr>
              <a:t>Principe</a:t>
            </a:r>
            <a:endParaRPr lang="fr-FR" sz="2800" b="0" strike="noStrike" spc="-1">
              <a:solidFill>
                <a:srgbClr val="202529"/>
              </a:solidFill>
              <a:latin typeface="Open Sans"/>
            </a:endParaRPr>
          </a:p>
          <a:p>
            <a:pPr>
              <a:lnSpc>
                <a:spcPct val="90000"/>
              </a:lnSpc>
              <a:spcBef>
                <a:spcPts val="1001"/>
              </a:spcBef>
              <a:buNone/>
              <a:tabLst>
                <a:tab pos="0" algn="l"/>
              </a:tabLst>
            </a:pPr>
            <a:r>
              <a:rPr lang="fr-FR" sz="1800" b="0" strike="noStrike" spc="-1">
                <a:solidFill>
                  <a:srgbClr val="202529"/>
                </a:solidFill>
                <a:latin typeface="Open Sans"/>
                <a:ea typeface="Open Sans"/>
              </a:rPr>
              <a:t>La méthode n’est vraiment pas optimale au niveau de la complexité et de l’allocation mémoire.</a:t>
            </a:r>
            <a:endParaRPr lang="fr-FR" sz="1800" b="0" strike="noStrike" spc="-1">
              <a:solidFill>
                <a:srgbClr val="202529"/>
              </a:solidFill>
              <a:latin typeface="Open Sans"/>
            </a:endParaRPr>
          </a:p>
          <a:p>
            <a:pPr>
              <a:lnSpc>
                <a:spcPct val="90000"/>
              </a:lnSpc>
              <a:spcBef>
                <a:spcPts val="1001"/>
              </a:spcBef>
              <a:buNone/>
              <a:tabLst>
                <a:tab pos="0" algn="l"/>
              </a:tabLst>
            </a:pPr>
            <a:r>
              <a:rPr lang="fr-FR" sz="1800" b="0" strike="noStrike" spc="-1">
                <a:solidFill>
                  <a:srgbClr val="202529"/>
                </a:solidFill>
                <a:latin typeface="Open Sans"/>
                <a:ea typeface="Open Sans"/>
              </a:rPr>
              <a:t>En effet, nous sommes obligés de créer une copie du tableau actuel, et d’en simuler une dizaine de coups « évidents » pour ne garder que celui qui rapporte le plus de points. </a:t>
            </a:r>
            <a:endParaRPr lang="fr-FR" sz="1800" b="0" strike="noStrike" spc="-1">
              <a:solidFill>
                <a:srgbClr val="202529"/>
              </a:solidFill>
              <a:latin typeface="Open Sans"/>
            </a:endParaRPr>
          </a:p>
          <a:p>
            <a:pPr>
              <a:lnSpc>
                <a:spcPct val="90000"/>
              </a:lnSpc>
              <a:spcBef>
                <a:spcPts val="1001"/>
              </a:spcBef>
              <a:buNone/>
              <a:tabLst>
                <a:tab pos="0" algn="l"/>
              </a:tabLst>
            </a:pPr>
            <a:endParaRPr lang="fr-FR" sz="1800" b="0" strike="noStrike" spc="-1">
              <a:solidFill>
                <a:srgbClr val="202529"/>
              </a:solidFill>
              <a:latin typeface="Open Sans"/>
            </a:endParaRPr>
          </a:p>
        </p:txBody>
      </p:sp>
      <p:pic>
        <p:nvPicPr>
          <p:cNvPr id="309" name="Image 308"/>
          <p:cNvPicPr/>
          <p:nvPr/>
        </p:nvPicPr>
        <p:blipFill>
          <a:blip r:embed="rId3"/>
          <a:stretch/>
        </p:blipFill>
        <p:spPr>
          <a:xfrm>
            <a:off x="2016000" y="3420000"/>
            <a:ext cx="3240000" cy="1398240"/>
          </a:xfrm>
          <a:prstGeom prst="rect">
            <a:avLst/>
          </a:prstGeom>
          <a:ln w="0">
            <a:noFill/>
          </a:ln>
        </p:spPr>
      </p:pic>
      <p:pic>
        <p:nvPicPr>
          <p:cNvPr id="310" name="Image 309"/>
          <p:cNvPicPr/>
          <p:nvPr/>
        </p:nvPicPr>
        <p:blipFill>
          <a:blip r:embed="rId4"/>
          <a:stretch/>
        </p:blipFill>
        <p:spPr>
          <a:xfrm>
            <a:off x="5616000" y="3420000"/>
            <a:ext cx="5438880" cy="1398960"/>
          </a:xfrm>
          <a:prstGeom prst="rect">
            <a:avLst/>
          </a:prstGeom>
          <a:ln w="0">
            <a:noFill/>
          </a:ln>
        </p:spPr>
      </p:pic>
      <p:pic>
        <p:nvPicPr>
          <p:cNvPr id="311" name="Image 310"/>
          <p:cNvPicPr/>
          <p:nvPr/>
        </p:nvPicPr>
        <p:blipFill>
          <a:blip r:embed="rId5"/>
          <a:stretch/>
        </p:blipFill>
        <p:spPr>
          <a:xfrm>
            <a:off x="3420000" y="5040000"/>
            <a:ext cx="5095440" cy="1310400"/>
          </a:xfrm>
          <a:prstGeom prst="rect">
            <a:avLst/>
          </a:prstGeom>
          <a:ln w="0">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 name="PlaceHolder 1"/>
          <p:cNvSpPr>
            <a:spLocks noGrp="1"/>
          </p:cNvSpPr>
          <p:nvPr>
            <p:ph type="title"/>
          </p:nvPr>
        </p:nvSpPr>
        <p:spPr>
          <a:xfrm>
            <a:off x="831960" y="1709640"/>
            <a:ext cx="10515240" cy="2852280"/>
          </a:xfrm>
          <a:prstGeom prst="rect">
            <a:avLst/>
          </a:prstGeom>
          <a:noFill/>
          <a:ln w="0">
            <a:noFill/>
          </a:ln>
        </p:spPr>
        <p:txBody>
          <a:bodyPr anchor="b">
            <a:normAutofit/>
          </a:bodyPr>
          <a:lstStyle/>
          <a:p>
            <a:pPr>
              <a:lnSpc>
                <a:spcPct val="90000"/>
              </a:lnSpc>
              <a:buNone/>
            </a:pPr>
            <a:r>
              <a:rPr lang="en-US" sz="4400" b="1" strike="noStrike" spc="-1">
                <a:solidFill>
                  <a:srgbClr val="FFFFFF"/>
                </a:solidFill>
                <a:latin typeface="HK Grotesk"/>
                <a:ea typeface="Open Sans"/>
              </a:rPr>
              <a:t>Conclusion</a:t>
            </a:r>
            <a:endParaRPr lang="fr-FR" sz="4400" b="0" strike="noStrike" spc="-1">
              <a:solidFill>
                <a:srgbClr val="000000"/>
              </a:solidFill>
              <a:latin typeface="Calibri"/>
            </a:endParaRPr>
          </a:p>
        </p:txBody>
      </p:sp>
      <p:sp>
        <p:nvSpPr>
          <p:cNvPr id="313" name="PlaceHolder 2"/>
          <p:cNvSpPr>
            <a:spLocks noGrp="1"/>
          </p:cNvSpPr>
          <p:nvPr>
            <p:ph/>
          </p:nvPr>
        </p:nvSpPr>
        <p:spPr>
          <a:xfrm>
            <a:off x="831960" y="4589640"/>
            <a:ext cx="10515240" cy="1499760"/>
          </a:xfrm>
          <a:prstGeom prst="rect">
            <a:avLst/>
          </a:prstGeom>
          <a:noFill/>
          <a:ln w="0">
            <a:noFill/>
          </a:ln>
        </p:spPr>
        <p:txBody>
          <a:bodyPr anchor="t">
            <a:noAutofit/>
          </a:bodyPr>
          <a:lstStyle/>
          <a:p>
            <a:pPr>
              <a:lnSpc>
                <a:spcPct val="90000"/>
              </a:lnSpc>
              <a:spcBef>
                <a:spcPts val="1417"/>
              </a:spcBef>
              <a:buNone/>
            </a:pPr>
            <a:endParaRPr lang="fr-FR" sz="2800" b="0" strike="noStrike" spc="-1">
              <a:solidFill>
                <a:srgbClr val="202529"/>
              </a:solidFill>
              <a:latin typeface="Open Sans"/>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286</TotalTime>
  <Words>1119</Words>
  <Application>Microsoft Office PowerPoint</Application>
  <PresentationFormat>Grand écran</PresentationFormat>
  <Paragraphs>165</Paragraphs>
  <Slides>29</Slides>
  <Notes>12</Notes>
  <HiddenSlides>0</HiddenSlides>
  <MMClips>0</MMClips>
  <ScaleCrop>false</ScaleCrop>
  <HeadingPairs>
    <vt:vector size="6" baseType="variant">
      <vt:variant>
        <vt:lpstr>Polices utilisées</vt:lpstr>
      </vt:variant>
      <vt:variant>
        <vt:i4>10</vt:i4>
      </vt:variant>
      <vt:variant>
        <vt:lpstr>Thème</vt:lpstr>
      </vt:variant>
      <vt:variant>
        <vt:i4>3</vt:i4>
      </vt:variant>
      <vt:variant>
        <vt:lpstr>Titres des diapositives</vt:lpstr>
      </vt:variant>
      <vt:variant>
        <vt:i4>29</vt:i4>
      </vt:variant>
    </vt:vector>
  </HeadingPairs>
  <TitlesOfParts>
    <vt:vector size="42" baseType="lpstr">
      <vt:lpstr>Arial</vt:lpstr>
      <vt:lpstr>Calibri</vt:lpstr>
      <vt:lpstr>HK Grotesk</vt:lpstr>
      <vt:lpstr>Menlo</vt:lpstr>
      <vt:lpstr>Open Sans</vt:lpstr>
      <vt:lpstr>Open Sans Light</vt:lpstr>
      <vt:lpstr>StarSymbol</vt:lpstr>
      <vt:lpstr>Symbol</vt:lpstr>
      <vt:lpstr>Times New Roman</vt:lpstr>
      <vt:lpstr>Wingdings</vt:lpstr>
      <vt:lpstr>Office Theme</vt:lpstr>
      <vt:lpstr>Office Theme</vt:lpstr>
      <vt:lpstr>Office Theme</vt:lpstr>
      <vt:lpstr>Projet Programmation C TETRISTE</vt:lpstr>
      <vt:lpstr>Agenda</vt:lpstr>
      <vt:lpstr>Présentation générale</vt:lpstr>
      <vt:lpstr>Cahier des charges</vt:lpstr>
      <vt:lpstr>Arborescence</vt:lpstr>
      <vt:lpstr>Phase d’implémentation</vt:lpstr>
      <vt:lpstr>Présentation PowerPoint</vt:lpstr>
      <vt:lpstr>Affichage dans le terminal</vt:lpstr>
      <vt:lpstr>Insertion à droite et à gauche</vt:lpstr>
      <vt:lpstr>Insertion à droite et à gauche</vt:lpstr>
      <vt:lpstr>Suppression de 3 pièces</vt:lpstr>
      <vt:lpstr>Suppression de 3 pièces</vt:lpstr>
      <vt:lpstr>Suppression de 3 pièces</vt:lpstr>
      <vt:lpstr>Suppression de 3 pièces</vt:lpstr>
      <vt:lpstr>Allocation et libération de la mémoire</vt:lpstr>
      <vt:lpstr>Présentation PowerPoint</vt:lpstr>
      <vt:lpstr>Décalage forme et couleur</vt:lpstr>
      <vt:lpstr>Exemple</vt:lpstr>
      <vt:lpstr>Présentation PowerPoint</vt:lpstr>
      <vt:lpstr>Présentation PowerPoint</vt:lpstr>
      <vt:lpstr>Système de score</vt:lpstr>
      <vt:lpstr>L’arrêt de la partie ?</vt:lpstr>
      <vt:lpstr>Sauvegarde et chargement d’une partie</vt:lpstr>
      <vt:lpstr>Système de classement</vt:lpstr>
      <vt:lpstr>Présentation PowerPoint</vt:lpstr>
      <vt:lpstr>Gestion des combos</vt:lpstr>
      <vt:lpstr>Effet de chargement</vt:lpstr>
      <vt:lpstr>L’ « IA »</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Azure Data Factory  Deep Dive</dc:title>
  <dc:subject/>
  <dc:creator>Matthieu Roy</dc:creator>
  <dc:description/>
  <cp:lastModifiedBy>Mateo Deschildre</cp:lastModifiedBy>
  <cp:revision>11</cp:revision>
  <dcterms:created xsi:type="dcterms:W3CDTF">2021-03-13T14:37:39Z</dcterms:created>
  <dcterms:modified xsi:type="dcterms:W3CDTF">2024-02-04T21:30:48Z</dcterms:modified>
  <dc:language>fr-FR</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0x010100A8B52EEDC8B3E94BBDA8E8A6DA5E5C44</vt:lpwstr>
  </property>
  <property fmtid="{D5CDD505-2E9C-101B-9397-08002B2CF9AE}" pid="3" name="MSIP_Label_d8e9161b-4d9f-4f5c-9002-1587b0daa802_ActionId">
    <vt:lpwstr>6da79563-6a09-4c63-b643-9e6bde58fa25</vt:lpwstr>
  </property>
  <property fmtid="{D5CDD505-2E9C-101B-9397-08002B2CF9AE}" pid="4" name="MSIP_Label_d8e9161b-4d9f-4f5c-9002-1587b0daa802_ContentBits">
    <vt:lpwstr>0</vt:lpwstr>
  </property>
  <property fmtid="{D5CDD505-2E9C-101B-9397-08002B2CF9AE}" pid="5" name="MSIP_Label_d8e9161b-4d9f-4f5c-9002-1587b0daa802_Enabled">
    <vt:lpwstr>true</vt:lpwstr>
  </property>
  <property fmtid="{D5CDD505-2E9C-101B-9397-08002B2CF9AE}" pid="6" name="MSIP_Label_d8e9161b-4d9f-4f5c-9002-1587b0daa802_Method">
    <vt:lpwstr>Privileged</vt:lpwstr>
  </property>
  <property fmtid="{D5CDD505-2E9C-101B-9397-08002B2CF9AE}" pid="7" name="MSIP_Label_d8e9161b-4d9f-4f5c-9002-1587b0daa802_Name">
    <vt:lpwstr>Public</vt:lpwstr>
  </property>
  <property fmtid="{D5CDD505-2E9C-101B-9397-08002B2CF9AE}" pid="8" name="MSIP_Label_d8e9161b-4d9f-4f5c-9002-1587b0daa802_SetDate">
    <vt:lpwstr>2023-12-20T09:29:29Z</vt:lpwstr>
  </property>
  <property fmtid="{D5CDD505-2E9C-101B-9397-08002B2CF9AE}" pid="9" name="MSIP_Label_d8e9161b-4d9f-4f5c-9002-1587b0daa802_SiteId">
    <vt:lpwstr>635e38ef-108e-4a26-b718-bbd960991532</vt:lpwstr>
  </property>
  <property fmtid="{D5CDD505-2E9C-101B-9397-08002B2CF9AE}" pid="10" name="Notes">
    <vt:i4>12</vt:i4>
  </property>
  <property fmtid="{D5CDD505-2E9C-101B-9397-08002B2CF9AE}" pid="11" name="PresentationFormat">
    <vt:lpwstr>Grand écran</vt:lpwstr>
  </property>
  <property fmtid="{D5CDD505-2E9C-101B-9397-08002B2CF9AE}" pid="12" name="Slides">
    <vt:i4>25</vt:i4>
  </property>
</Properties>
</file>